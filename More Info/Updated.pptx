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4" r:id="rId4"/>
    <p:sldId id="259" r:id="rId5"/>
    <p:sldId id="279" r:id="rId6"/>
    <p:sldId id="260" r:id="rId7"/>
    <p:sldId id="265" r:id="rId8"/>
    <p:sldId id="262" r:id="rId9"/>
    <p:sldId id="263" r:id="rId10"/>
    <p:sldId id="284" r:id="rId11"/>
    <p:sldId id="266" r:id="rId12"/>
    <p:sldId id="269" r:id="rId13"/>
    <p:sldId id="287" r:id="rId14"/>
    <p:sldId id="283" r:id="rId15"/>
    <p:sldId id="280" r:id="rId16"/>
    <p:sldId id="286" r:id="rId17"/>
    <p:sldId id="281" r:id="rId18"/>
    <p:sldId id="271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diagrams/_rels/data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image" Target="../media/image15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4.png"/><Relationship Id="rId4" Type="http://schemas.openxmlformats.org/officeDocument/2006/relationships/image" Target="../media/image5.svg"/></Relationships>
</file>

<file path=ppt/diagrams/_rels/drawing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A55AD13-CF75-4471-B69A-8C62EBE2CFA6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B85268E-94D0-4DED-854D-B4BEE2681759}">
      <dgm:prSet/>
      <dgm:spPr/>
      <dgm:t>
        <a:bodyPr/>
        <a:lstStyle/>
        <a:p>
          <a:pPr>
            <a:lnSpc>
              <a:spcPct val="150000"/>
            </a:lnSpc>
          </a:pP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Ayurveda, a traditional system of medicine, has been a cornerstone of Nepalese healthcare. </a:t>
          </a:r>
        </a:p>
      </dgm:t>
    </dgm:pt>
    <dgm:pt modelId="{2E9B3358-14F7-42AC-AEE6-78C79975E33A}" type="parTrans" cxnId="{C984DAA2-B9B9-4D1F-9D8B-A96984C20DAC}">
      <dgm:prSet/>
      <dgm:spPr/>
      <dgm:t>
        <a:bodyPr/>
        <a:lstStyle/>
        <a:p>
          <a:endParaRPr lang="en-US"/>
        </a:p>
      </dgm:t>
    </dgm:pt>
    <dgm:pt modelId="{0CDDECBB-F238-46B5-B63A-3E3FA7061C4F}" type="sibTrans" cxnId="{C984DAA2-B9B9-4D1F-9D8B-A96984C20DAC}">
      <dgm:prSet/>
      <dgm:spPr/>
      <dgm:t>
        <a:bodyPr/>
        <a:lstStyle/>
        <a:p>
          <a:endParaRPr lang="en-US"/>
        </a:p>
      </dgm:t>
    </dgm:pt>
    <dgm:pt modelId="{A9DECBC5-2261-4F8C-9678-F1BD9EBB0C2F}">
      <dgm:prSet/>
      <dgm:spPr/>
      <dgm:t>
        <a:bodyPr/>
        <a:lstStyle/>
        <a:p>
          <a:pPr>
            <a:lnSpc>
              <a:spcPct val="150000"/>
            </a:lnSpc>
          </a:pP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This project leverages AI to digitize, analyze, and enhance Ayurvedic practices for a modern audience. </a:t>
          </a:r>
        </a:p>
      </dgm:t>
    </dgm:pt>
    <dgm:pt modelId="{9E8F9379-EFA8-4DDE-9808-22A5534B03A4}" type="parTrans" cxnId="{DFBBF0E4-981B-4833-B064-537ECF38C6E3}">
      <dgm:prSet/>
      <dgm:spPr/>
      <dgm:t>
        <a:bodyPr/>
        <a:lstStyle/>
        <a:p>
          <a:endParaRPr lang="en-US"/>
        </a:p>
      </dgm:t>
    </dgm:pt>
    <dgm:pt modelId="{A71993C1-1852-412F-9738-9CD58FEDB7A3}" type="sibTrans" cxnId="{DFBBF0E4-981B-4833-B064-537ECF38C6E3}">
      <dgm:prSet/>
      <dgm:spPr/>
      <dgm:t>
        <a:bodyPr/>
        <a:lstStyle/>
        <a:p>
          <a:endParaRPr lang="en-US"/>
        </a:p>
      </dgm:t>
    </dgm:pt>
    <dgm:pt modelId="{C9F89374-EA24-4254-8F3B-71F9A058977F}" type="pres">
      <dgm:prSet presAssocID="{1A55AD13-CF75-4471-B69A-8C62EBE2CFA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n-US"/>
        </a:p>
      </dgm:t>
    </dgm:pt>
    <dgm:pt modelId="{9A15AF41-AFDF-4E7C-8541-5A5C2B2FF21E}" type="pres">
      <dgm:prSet presAssocID="{EB85268E-94D0-4DED-854D-B4BEE2681759}" presName="hierRoot1" presStyleCnt="0"/>
      <dgm:spPr/>
    </dgm:pt>
    <dgm:pt modelId="{10766A3A-37BA-4263-9364-2F37697E6A80}" type="pres">
      <dgm:prSet presAssocID="{EB85268E-94D0-4DED-854D-B4BEE2681759}" presName="composite" presStyleCnt="0"/>
      <dgm:spPr/>
    </dgm:pt>
    <dgm:pt modelId="{868AC097-2B2E-4AF8-9193-86AB40480E7D}" type="pres">
      <dgm:prSet presAssocID="{EB85268E-94D0-4DED-854D-B4BEE2681759}" presName="background" presStyleLbl="node0" presStyleIdx="0" presStyleCnt="2"/>
      <dgm:spPr/>
    </dgm:pt>
    <dgm:pt modelId="{8267ADDD-B12F-4AF7-858A-4734451E5E65}" type="pres">
      <dgm:prSet presAssocID="{EB85268E-94D0-4DED-854D-B4BEE2681759}" presName="text" presStyleLbl="fgAcc0" presStyleIdx="0" presStyleCnt="2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898605BE-4C2F-4446-8A16-9E9A015496A5}" type="pres">
      <dgm:prSet presAssocID="{EB85268E-94D0-4DED-854D-B4BEE2681759}" presName="hierChild2" presStyleCnt="0"/>
      <dgm:spPr/>
    </dgm:pt>
    <dgm:pt modelId="{73575839-2E9C-4542-8419-DBE9EA251CE7}" type="pres">
      <dgm:prSet presAssocID="{A9DECBC5-2261-4F8C-9678-F1BD9EBB0C2F}" presName="hierRoot1" presStyleCnt="0"/>
      <dgm:spPr/>
    </dgm:pt>
    <dgm:pt modelId="{513A15A9-BE72-4228-BF1E-49BC3CB22B03}" type="pres">
      <dgm:prSet presAssocID="{A9DECBC5-2261-4F8C-9678-F1BD9EBB0C2F}" presName="composite" presStyleCnt="0"/>
      <dgm:spPr/>
    </dgm:pt>
    <dgm:pt modelId="{BD25D66A-9A80-48BC-88C5-2AD0FB0C3A58}" type="pres">
      <dgm:prSet presAssocID="{A9DECBC5-2261-4F8C-9678-F1BD9EBB0C2F}" presName="background" presStyleLbl="node0" presStyleIdx="1" presStyleCnt="2"/>
      <dgm:spPr/>
    </dgm:pt>
    <dgm:pt modelId="{09294812-E412-466E-A4AD-12F5EA111CDA}" type="pres">
      <dgm:prSet presAssocID="{A9DECBC5-2261-4F8C-9678-F1BD9EBB0C2F}" presName="text" presStyleLbl="fgAcc0" presStyleIdx="1" presStyleCnt="2">
        <dgm:presLayoutVars>
          <dgm:chPref val="3"/>
        </dgm:presLayoutVars>
      </dgm:prSet>
      <dgm:spPr/>
      <dgm:t>
        <a:bodyPr/>
        <a:lstStyle/>
        <a:p>
          <a:endParaRPr lang="en-US"/>
        </a:p>
      </dgm:t>
    </dgm:pt>
    <dgm:pt modelId="{7CAF3E4B-130A-4082-9D28-E4819EDA63B9}" type="pres">
      <dgm:prSet presAssocID="{A9DECBC5-2261-4F8C-9678-F1BD9EBB0C2F}" presName="hierChild2" presStyleCnt="0"/>
      <dgm:spPr/>
    </dgm:pt>
  </dgm:ptLst>
  <dgm:cxnLst>
    <dgm:cxn modelId="{DFBBF0E4-981B-4833-B064-537ECF38C6E3}" srcId="{1A55AD13-CF75-4471-B69A-8C62EBE2CFA6}" destId="{A9DECBC5-2261-4F8C-9678-F1BD9EBB0C2F}" srcOrd="1" destOrd="0" parTransId="{9E8F9379-EFA8-4DDE-9808-22A5534B03A4}" sibTransId="{A71993C1-1852-412F-9738-9CD58FEDB7A3}"/>
    <dgm:cxn modelId="{95AD4AE0-DC91-42FB-856A-393E0C6A4017}" type="presOf" srcId="{1A55AD13-CF75-4471-B69A-8C62EBE2CFA6}" destId="{C9F89374-EA24-4254-8F3B-71F9A058977F}" srcOrd="0" destOrd="0" presId="urn:microsoft.com/office/officeart/2005/8/layout/hierarchy1"/>
    <dgm:cxn modelId="{5C8E6A08-F691-477B-8893-74346C3A0507}" type="presOf" srcId="{A9DECBC5-2261-4F8C-9678-F1BD9EBB0C2F}" destId="{09294812-E412-466E-A4AD-12F5EA111CDA}" srcOrd="0" destOrd="0" presId="urn:microsoft.com/office/officeart/2005/8/layout/hierarchy1"/>
    <dgm:cxn modelId="{902E73E2-C455-4F92-96B2-1F0166C9A1CF}" type="presOf" srcId="{EB85268E-94D0-4DED-854D-B4BEE2681759}" destId="{8267ADDD-B12F-4AF7-858A-4734451E5E65}" srcOrd="0" destOrd="0" presId="urn:microsoft.com/office/officeart/2005/8/layout/hierarchy1"/>
    <dgm:cxn modelId="{C984DAA2-B9B9-4D1F-9D8B-A96984C20DAC}" srcId="{1A55AD13-CF75-4471-B69A-8C62EBE2CFA6}" destId="{EB85268E-94D0-4DED-854D-B4BEE2681759}" srcOrd="0" destOrd="0" parTransId="{2E9B3358-14F7-42AC-AEE6-78C79975E33A}" sibTransId="{0CDDECBB-F238-46B5-B63A-3E3FA7061C4F}"/>
    <dgm:cxn modelId="{33CC4C9C-9FCF-4FE5-A5F2-1E0258E67912}" type="presParOf" srcId="{C9F89374-EA24-4254-8F3B-71F9A058977F}" destId="{9A15AF41-AFDF-4E7C-8541-5A5C2B2FF21E}" srcOrd="0" destOrd="0" presId="urn:microsoft.com/office/officeart/2005/8/layout/hierarchy1"/>
    <dgm:cxn modelId="{65F9779A-F48D-442E-9064-2D38FD202614}" type="presParOf" srcId="{9A15AF41-AFDF-4E7C-8541-5A5C2B2FF21E}" destId="{10766A3A-37BA-4263-9364-2F37697E6A80}" srcOrd="0" destOrd="0" presId="urn:microsoft.com/office/officeart/2005/8/layout/hierarchy1"/>
    <dgm:cxn modelId="{BF953E85-63DC-4C52-9DE0-0F8F0315C2CB}" type="presParOf" srcId="{10766A3A-37BA-4263-9364-2F37697E6A80}" destId="{868AC097-2B2E-4AF8-9193-86AB40480E7D}" srcOrd="0" destOrd="0" presId="urn:microsoft.com/office/officeart/2005/8/layout/hierarchy1"/>
    <dgm:cxn modelId="{AF1FE66C-EDC4-4BE7-BDA9-8ECEDF0C2F36}" type="presParOf" srcId="{10766A3A-37BA-4263-9364-2F37697E6A80}" destId="{8267ADDD-B12F-4AF7-858A-4734451E5E65}" srcOrd="1" destOrd="0" presId="urn:microsoft.com/office/officeart/2005/8/layout/hierarchy1"/>
    <dgm:cxn modelId="{CEEDFBD2-DE45-4681-A8E8-E9E5E40C904D}" type="presParOf" srcId="{9A15AF41-AFDF-4E7C-8541-5A5C2B2FF21E}" destId="{898605BE-4C2F-4446-8A16-9E9A015496A5}" srcOrd="1" destOrd="0" presId="urn:microsoft.com/office/officeart/2005/8/layout/hierarchy1"/>
    <dgm:cxn modelId="{26C2D4C0-8E25-4A75-8EAD-CEBAAC4A3A0B}" type="presParOf" srcId="{C9F89374-EA24-4254-8F3B-71F9A058977F}" destId="{73575839-2E9C-4542-8419-DBE9EA251CE7}" srcOrd="1" destOrd="0" presId="urn:microsoft.com/office/officeart/2005/8/layout/hierarchy1"/>
    <dgm:cxn modelId="{CF6D68B2-BFA8-40A1-98C5-31A44DD0D823}" type="presParOf" srcId="{73575839-2E9C-4542-8419-DBE9EA251CE7}" destId="{513A15A9-BE72-4228-BF1E-49BC3CB22B03}" srcOrd="0" destOrd="0" presId="urn:microsoft.com/office/officeart/2005/8/layout/hierarchy1"/>
    <dgm:cxn modelId="{FB846BC9-1BCF-462F-B87D-35F87D03218D}" type="presParOf" srcId="{513A15A9-BE72-4228-BF1E-49BC3CB22B03}" destId="{BD25D66A-9A80-48BC-88C5-2AD0FB0C3A58}" srcOrd="0" destOrd="0" presId="urn:microsoft.com/office/officeart/2005/8/layout/hierarchy1"/>
    <dgm:cxn modelId="{2EA6AC85-158B-44C8-82C3-1A259D0C71EA}" type="presParOf" srcId="{513A15A9-BE72-4228-BF1E-49BC3CB22B03}" destId="{09294812-E412-466E-A4AD-12F5EA111CDA}" srcOrd="1" destOrd="0" presId="urn:microsoft.com/office/officeart/2005/8/layout/hierarchy1"/>
    <dgm:cxn modelId="{714DB652-E3BB-4D59-A130-271723D632FE}" type="presParOf" srcId="{73575839-2E9C-4542-8419-DBE9EA251CE7}" destId="{7CAF3E4B-130A-4082-9D28-E4819EDA63B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264E6DF-3B6C-483C-8C12-DBAE8F876EC0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18F8132-F4E4-42DE-8C75-4C23B10B64C7}">
      <dgm:prSet custT="1"/>
      <dgm:spPr/>
      <dgm:t>
        <a:bodyPr/>
        <a:lstStyle/>
        <a:p>
          <a:pPr>
            <a:lnSpc>
              <a:spcPct val="150000"/>
            </a:lnSpc>
            <a:defRPr cap="all"/>
          </a:pPr>
          <a:r>
            <a:rPr lang="en-US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- Limited accessibility to traditional herbal knowledge.</a:t>
          </a:r>
        </a:p>
      </dgm:t>
    </dgm:pt>
    <dgm:pt modelId="{F9E2AAED-83B5-4ED9-AC8A-A94950C120AE}" type="parTrans" cxnId="{3C55A720-E16E-4BBD-BACE-874FE20B5D61}">
      <dgm:prSet/>
      <dgm:spPr/>
      <dgm:t>
        <a:bodyPr/>
        <a:lstStyle/>
        <a:p>
          <a:endParaRPr lang="en-US"/>
        </a:p>
      </dgm:t>
    </dgm:pt>
    <dgm:pt modelId="{DEA005FD-6C20-4E97-A660-FA1A76D2A2B3}" type="sibTrans" cxnId="{3C55A720-E16E-4BBD-BACE-874FE20B5D61}">
      <dgm:prSet/>
      <dgm:spPr/>
      <dgm:t>
        <a:bodyPr/>
        <a:lstStyle/>
        <a:p>
          <a:endParaRPr lang="en-US"/>
        </a:p>
      </dgm:t>
    </dgm:pt>
    <dgm:pt modelId="{9648AFED-F0CB-4476-AC2D-6B57FACACEFB}">
      <dgm:prSet/>
      <dgm:spPr/>
      <dgm:t>
        <a:bodyPr/>
        <a:lstStyle/>
        <a:p>
          <a:pPr>
            <a:lnSpc>
              <a:spcPct val="150000"/>
            </a:lnSpc>
            <a:defRPr cap="all"/>
          </a:pPr>
          <a:r>
            <a:rPr lang="en-US" dirty="0">
              <a:latin typeface="Times New Roman" panose="02020603050405020304" pitchFamily="18" charset="0"/>
              <a:cs typeface="Times New Roman" panose="02020603050405020304" pitchFamily="18" charset="0"/>
            </a:rPr>
            <a:t>- Lack of personalized health recommendations.</a:t>
          </a:r>
        </a:p>
      </dgm:t>
    </dgm:pt>
    <dgm:pt modelId="{422E14BA-1F15-4C9C-B3A7-39B9D6B8433F}" type="parTrans" cxnId="{E80906BC-4D52-4F7E-887C-5F13C986389D}">
      <dgm:prSet/>
      <dgm:spPr/>
      <dgm:t>
        <a:bodyPr/>
        <a:lstStyle/>
        <a:p>
          <a:endParaRPr lang="en-US"/>
        </a:p>
      </dgm:t>
    </dgm:pt>
    <dgm:pt modelId="{C0AA8F59-DF1F-4844-AD6C-F689818D6AAC}" type="sibTrans" cxnId="{E80906BC-4D52-4F7E-887C-5F13C986389D}">
      <dgm:prSet/>
      <dgm:spPr/>
      <dgm:t>
        <a:bodyPr/>
        <a:lstStyle/>
        <a:p>
          <a:endParaRPr lang="en-US"/>
        </a:p>
      </dgm:t>
    </dgm:pt>
    <dgm:pt modelId="{A9FACCE1-08D7-4871-B926-08CEBBA9D657}">
      <dgm:prSet custT="1"/>
      <dgm:spPr/>
      <dgm:t>
        <a:bodyPr/>
        <a:lstStyle/>
        <a:p>
          <a:pPr>
            <a:lnSpc>
              <a:spcPct val="150000"/>
            </a:lnSpc>
            <a:defRPr cap="all"/>
          </a:pPr>
          <a:r>
            <a:rPr lang="en-US" sz="1800" dirty="0">
              <a:latin typeface="Times New Roman" panose="02020603050405020304" pitchFamily="18" charset="0"/>
              <a:cs typeface="Times New Roman" panose="02020603050405020304" pitchFamily="18" charset="0"/>
            </a:rPr>
            <a:t>- Minimal integration between traditional and modern technologies.</a:t>
          </a:r>
        </a:p>
      </dgm:t>
    </dgm:pt>
    <dgm:pt modelId="{8B1299C3-A6BA-4322-A967-811739BED33A}" type="parTrans" cxnId="{BE7CC6AA-0446-4271-854C-FD3902D93EA1}">
      <dgm:prSet/>
      <dgm:spPr/>
      <dgm:t>
        <a:bodyPr/>
        <a:lstStyle/>
        <a:p>
          <a:endParaRPr lang="en-US"/>
        </a:p>
      </dgm:t>
    </dgm:pt>
    <dgm:pt modelId="{F33EC9FF-973B-4F9E-B94C-30D2A121C0D8}" type="sibTrans" cxnId="{BE7CC6AA-0446-4271-854C-FD3902D93EA1}">
      <dgm:prSet/>
      <dgm:spPr/>
      <dgm:t>
        <a:bodyPr/>
        <a:lstStyle/>
        <a:p>
          <a:endParaRPr lang="en-US"/>
        </a:p>
      </dgm:t>
    </dgm:pt>
    <dgm:pt modelId="{7175720D-4139-435E-8928-2DBB0A4EEFD4}" type="pres">
      <dgm:prSet presAssocID="{0264E6DF-3B6C-483C-8C12-DBAE8F876EC0}" presName="root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AFB7138F-D3D2-4AC6-BF06-E6646959954A}" type="pres">
      <dgm:prSet presAssocID="{618F8132-F4E4-42DE-8C75-4C23B10B64C7}" presName="compNode" presStyleCnt="0"/>
      <dgm:spPr/>
    </dgm:pt>
    <dgm:pt modelId="{BFD3E1FB-A351-47F0-AF2D-A3F88A81250D}" type="pres">
      <dgm:prSet presAssocID="{618F8132-F4E4-42DE-8C75-4C23B10B64C7}" presName="iconBgRect" presStyleLbl="bgShp" presStyleIdx="0" presStyleCnt="3"/>
      <dgm:spPr/>
    </dgm:pt>
    <dgm:pt modelId="{BC035803-6EDA-42F4-BE55-6B6BB23BD79F}" type="pres">
      <dgm:prSet presAssocID="{618F8132-F4E4-42DE-8C75-4C23B10B64C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rtle"/>
        </a:ext>
      </dgm:extLst>
    </dgm:pt>
    <dgm:pt modelId="{1BDE9CF5-7D5F-4D74-AA86-407375866978}" type="pres">
      <dgm:prSet presAssocID="{618F8132-F4E4-42DE-8C75-4C23B10B64C7}" presName="spaceRect" presStyleCnt="0"/>
      <dgm:spPr/>
    </dgm:pt>
    <dgm:pt modelId="{D119CE39-7071-4741-8D81-8F63047A6E5B}" type="pres">
      <dgm:prSet presAssocID="{618F8132-F4E4-42DE-8C75-4C23B10B64C7}" presName="textRect" presStyleLbl="revTx" presStyleIdx="0" presStyleCnt="3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757069B7-CFD5-4452-9CA4-FCA3EBCC6302}" type="pres">
      <dgm:prSet presAssocID="{DEA005FD-6C20-4E97-A660-FA1A76D2A2B3}" presName="sibTrans" presStyleCnt="0"/>
      <dgm:spPr/>
    </dgm:pt>
    <dgm:pt modelId="{9BF122C9-73CD-415C-A84B-39F7252DFAEB}" type="pres">
      <dgm:prSet presAssocID="{9648AFED-F0CB-4476-AC2D-6B57FACACEFB}" presName="compNode" presStyleCnt="0"/>
      <dgm:spPr/>
    </dgm:pt>
    <dgm:pt modelId="{AB90E0CB-74E5-4F08-9A24-C0DC33E3B943}" type="pres">
      <dgm:prSet presAssocID="{9648AFED-F0CB-4476-AC2D-6B57FACACEFB}" presName="iconBgRect" presStyleLbl="bgShp" presStyleIdx="1" presStyleCnt="3"/>
      <dgm:spPr/>
    </dgm:pt>
    <dgm:pt modelId="{82D5B14E-B5BF-41AC-8B40-0D1285B79F58}" type="pres">
      <dgm:prSet presAssocID="{9648AFED-F0CB-4476-AC2D-6B57FACACEF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8317C7CC-7C19-4F09-9C28-E592F4E0A4E7}" type="pres">
      <dgm:prSet presAssocID="{9648AFED-F0CB-4476-AC2D-6B57FACACEFB}" presName="spaceRect" presStyleCnt="0"/>
      <dgm:spPr/>
    </dgm:pt>
    <dgm:pt modelId="{F00D7645-0867-4C83-B83D-16D08CFCE56B}" type="pres">
      <dgm:prSet presAssocID="{9648AFED-F0CB-4476-AC2D-6B57FACACEFB}" presName="textRect" presStyleLbl="revTx" presStyleIdx="1" presStyleCnt="3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  <dgm:pt modelId="{21F3F0A9-D043-4528-BD08-919978C88F8C}" type="pres">
      <dgm:prSet presAssocID="{C0AA8F59-DF1F-4844-AD6C-F689818D6AAC}" presName="sibTrans" presStyleCnt="0"/>
      <dgm:spPr/>
    </dgm:pt>
    <dgm:pt modelId="{27B91DFB-1660-428A-8169-40679284C5E7}" type="pres">
      <dgm:prSet presAssocID="{A9FACCE1-08D7-4871-B926-08CEBBA9D657}" presName="compNode" presStyleCnt="0"/>
      <dgm:spPr/>
    </dgm:pt>
    <dgm:pt modelId="{7CB7B0EA-F31B-4452-9852-DA5EB303B94C}" type="pres">
      <dgm:prSet presAssocID="{A9FACCE1-08D7-4871-B926-08CEBBA9D657}" presName="iconBgRect" presStyleLbl="bgShp" presStyleIdx="2" presStyleCnt="3"/>
      <dgm:spPr/>
    </dgm:pt>
    <dgm:pt modelId="{BA435D95-CA45-4AA4-985E-62FD49513E3C}" type="pres">
      <dgm:prSet presAssocID="{A9FACCE1-08D7-4871-B926-08CEBBA9D65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77A83183-C894-4548-B409-8A166A0DC5EF}" type="pres">
      <dgm:prSet presAssocID="{A9FACCE1-08D7-4871-B926-08CEBBA9D657}" presName="spaceRect" presStyleCnt="0"/>
      <dgm:spPr/>
    </dgm:pt>
    <dgm:pt modelId="{C5821345-3C30-40B3-80E0-F6D547A49361}" type="pres">
      <dgm:prSet presAssocID="{A9FACCE1-08D7-4871-B926-08CEBBA9D657}" presName="textRect" presStyleLbl="revTx" presStyleIdx="2" presStyleCnt="3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F92FDE3-43D2-42E4-AE06-83DA803F7F3D}" type="presOf" srcId="{0264E6DF-3B6C-483C-8C12-DBAE8F876EC0}" destId="{7175720D-4139-435E-8928-2DBB0A4EEFD4}" srcOrd="0" destOrd="0" presId="urn:microsoft.com/office/officeart/2018/5/layout/IconCircleLabelList"/>
    <dgm:cxn modelId="{80632A05-2547-43CD-8F33-9BE168124000}" type="presOf" srcId="{618F8132-F4E4-42DE-8C75-4C23B10B64C7}" destId="{D119CE39-7071-4741-8D81-8F63047A6E5B}" srcOrd="0" destOrd="0" presId="urn:microsoft.com/office/officeart/2018/5/layout/IconCircleLabelList"/>
    <dgm:cxn modelId="{3C55A720-E16E-4BBD-BACE-874FE20B5D61}" srcId="{0264E6DF-3B6C-483C-8C12-DBAE8F876EC0}" destId="{618F8132-F4E4-42DE-8C75-4C23B10B64C7}" srcOrd="0" destOrd="0" parTransId="{F9E2AAED-83B5-4ED9-AC8A-A94950C120AE}" sibTransId="{DEA005FD-6C20-4E97-A660-FA1A76D2A2B3}"/>
    <dgm:cxn modelId="{E80906BC-4D52-4F7E-887C-5F13C986389D}" srcId="{0264E6DF-3B6C-483C-8C12-DBAE8F876EC0}" destId="{9648AFED-F0CB-4476-AC2D-6B57FACACEFB}" srcOrd="1" destOrd="0" parTransId="{422E14BA-1F15-4C9C-B3A7-39B9D6B8433F}" sibTransId="{C0AA8F59-DF1F-4844-AD6C-F689818D6AAC}"/>
    <dgm:cxn modelId="{432E8C3F-49ED-4C9C-9EE2-5CCBFADED31A}" type="presOf" srcId="{A9FACCE1-08D7-4871-B926-08CEBBA9D657}" destId="{C5821345-3C30-40B3-80E0-F6D547A49361}" srcOrd="0" destOrd="0" presId="urn:microsoft.com/office/officeart/2018/5/layout/IconCircleLabelList"/>
    <dgm:cxn modelId="{AEF7965C-951F-4DFF-BAC5-A0E57498C043}" type="presOf" srcId="{9648AFED-F0CB-4476-AC2D-6B57FACACEFB}" destId="{F00D7645-0867-4C83-B83D-16D08CFCE56B}" srcOrd="0" destOrd="0" presId="urn:microsoft.com/office/officeart/2018/5/layout/IconCircleLabelList"/>
    <dgm:cxn modelId="{BE7CC6AA-0446-4271-854C-FD3902D93EA1}" srcId="{0264E6DF-3B6C-483C-8C12-DBAE8F876EC0}" destId="{A9FACCE1-08D7-4871-B926-08CEBBA9D657}" srcOrd="2" destOrd="0" parTransId="{8B1299C3-A6BA-4322-A967-811739BED33A}" sibTransId="{F33EC9FF-973B-4F9E-B94C-30D2A121C0D8}"/>
    <dgm:cxn modelId="{0EBEA638-881A-4AFC-986B-4EF31ABCF400}" type="presParOf" srcId="{7175720D-4139-435E-8928-2DBB0A4EEFD4}" destId="{AFB7138F-D3D2-4AC6-BF06-E6646959954A}" srcOrd="0" destOrd="0" presId="urn:microsoft.com/office/officeart/2018/5/layout/IconCircleLabelList"/>
    <dgm:cxn modelId="{D131A7FB-3F52-44BE-B9AF-CAFE3973AE46}" type="presParOf" srcId="{AFB7138F-D3D2-4AC6-BF06-E6646959954A}" destId="{BFD3E1FB-A351-47F0-AF2D-A3F88A81250D}" srcOrd="0" destOrd="0" presId="urn:microsoft.com/office/officeart/2018/5/layout/IconCircleLabelList"/>
    <dgm:cxn modelId="{BF60AFDA-747A-4678-96D8-B6E745D820B7}" type="presParOf" srcId="{AFB7138F-D3D2-4AC6-BF06-E6646959954A}" destId="{BC035803-6EDA-42F4-BE55-6B6BB23BD79F}" srcOrd="1" destOrd="0" presId="urn:microsoft.com/office/officeart/2018/5/layout/IconCircleLabelList"/>
    <dgm:cxn modelId="{9520DA7F-76F0-48BE-B22D-2D10352B0642}" type="presParOf" srcId="{AFB7138F-D3D2-4AC6-BF06-E6646959954A}" destId="{1BDE9CF5-7D5F-4D74-AA86-407375866978}" srcOrd="2" destOrd="0" presId="urn:microsoft.com/office/officeart/2018/5/layout/IconCircleLabelList"/>
    <dgm:cxn modelId="{17B3FEC5-9894-4270-A700-964C68F302F3}" type="presParOf" srcId="{AFB7138F-D3D2-4AC6-BF06-E6646959954A}" destId="{D119CE39-7071-4741-8D81-8F63047A6E5B}" srcOrd="3" destOrd="0" presId="urn:microsoft.com/office/officeart/2018/5/layout/IconCircleLabelList"/>
    <dgm:cxn modelId="{F062585A-C932-4B8D-8C48-7A3D7D659824}" type="presParOf" srcId="{7175720D-4139-435E-8928-2DBB0A4EEFD4}" destId="{757069B7-CFD5-4452-9CA4-FCA3EBCC6302}" srcOrd="1" destOrd="0" presId="urn:microsoft.com/office/officeart/2018/5/layout/IconCircleLabelList"/>
    <dgm:cxn modelId="{EB669F8A-E5DA-418C-9A86-F1D30F730262}" type="presParOf" srcId="{7175720D-4139-435E-8928-2DBB0A4EEFD4}" destId="{9BF122C9-73CD-415C-A84B-39F7252DFAEB}" srcOrd="2" destOrd="0" presId="urn:microsoft.com/office/officeart/2018/5/layout/IconCircleLabelList"/>
    <dgm:cxn modelId="{E4020564-82C1-41E9-A6B2-0A5FFE3E7E66}" type="presParOf" srcId="{9BF122C9-73CD-415C-A84B-39F7252DFAEB}" destId="{AB90E0CB-74E5-4F08-9A24-C0DC33E3B943}" srcOrd="0" destOrd="0" presId="urn:microsoft.com/office/officeart/2018/5/layout/IconCircleLabelList"/>
    <dgm:cxn modelId="{0B16697C-828F-4E0E-A949-D85E91E64AB6}" type="presParOf" srcId="{9BF122C9-73CD-415C-A84B-39F7252DFAEB}" destId="{82D5B14E-B5BF-41AC-8B40-0D1285B79F58}" srcOrd="1" destOrd="0" presId="urn:microsoft.com/office/officeart/2018/5/layout/IconCircleLabelList"/>
    <dgm:cxn modelId="{3484911C-6EDF-44CA-BBEB-F99803322293}" type="presParOf" srcId="{9BF122C9-73CD-415C-A84B-39F7252DFAEB}" destId="{8317C7CC-7C19-4F09-9C28-E592F4E0A4E7}" srcOrd="2" destOrd="0" presId="urn:microsoft.com/office/officeart/2018/5/layout/IconCircleLabelList"/>
    <dgm:cxn modelId="{C700204C-0550-4BD3-A845-E10D66951041}" type="presParOf" srcId="{9BF122C9-73CD-415C-A84B-39F7252DFAEB}" destId="{F00D7645-0867-4C83-B83D-16D08CFCE56B}" srcOrd="3" destOrd="0" presId="urn:microsoft.com/office/officeart/2018/5/layout/IconCircleLabelList"/>
    <dgm:cxn modelId="{9AB92C38-31C1-4C29-BFD9-C9899E77FC75}" type="presParOf" srcId="{7175720D-4139-435E-8928-2DBB0A4EEFD4}" destId="{21F3F0A9-D043-4528-BD08-919978C88F8C}" srcOrd="3" destOrd="0" presId="urn:microsoft.com/office/officeart/2018/5/layout/IconCircleLabelList"/>
    <dgm:cxn modelId="{8C84E500-B277-4030-A838-FC005EFB651D}" type="presParOf" srcId="{7175720D-4139-435E-8928-2DBB0A4EEFD4}" destId="{27B91DFB-1660-428A-8169-40679284C5E7}" srcOrd="4" destOrd="0" presId="urn:microsoft.com/office/officeart/2018/5/layout/IconCircleLabelList"/>
    <dgm:cxn modelId="{EFC130C3-08FB-4A0A-9D6F-00E11A8E51FE}" type="presParOf" srcId="{27B91DFB-1660-428A-8169-40679284C5E7}" destId="{7CB7B0EA-F31B-4452-9852-DA5EB303B94C}" srcOrd="0" destOrd="0" presId="urn:microsoft.com/office/officeart/2018/5/layout/IconCircleLabelList"/>
    <dgm:cxn modelId="{E831E282-D0D7-4AA1-B5F0-0A0C91F3CCEA}" type="presParOf" srcId="{27B91DFB-1660-428A-8169-40679284C5E7}" destId="{BA435D95-CA45-4AA4-985E-62FD49513E3C}" srcOrd="1" destOrd="0" presId="urn:microsoft.com/office/officeart/2018/5/layout/IconCircleLabelList"/>
    <dgm:cxn modelId="{DF493A23-FEC5-4585-9C16-0CFE9AD48B2B}" type="presParOf" srcId="{27B91DFB-1660-428A-8169-40679284C5E7}" destId="{77A83183-C894-4548-B409-8A166A0DC5EF}" srcOrd="2" destOrd="0" presId="urn:microsoft.com/office/officeart/2018/5/layout/IconCircleLabelList"/>
    <dgm:cxn modelId="{07EB2236-16C9-4083-9CDA-7C3D8B6288DE}" type="presParOf" srcId="{27B91DFB-1660-428A-8169-40679284C5E7}" destId="{C5821345-3C30-40B3-80E0-F6D547A4936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ADF98E9-19A4-42E8-BF90-18393AB2D51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A7409C7-BA2E-47D5-A933-583248967F0A}">
      <dgm:prSet custT="1"/>
      <dgm:spPr/>
      <dgm:t>
        <a:bodyPr/>
        <a:lstStyle/>
        <a:p>
          <a:r>
            <a: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To provide people with insights into Ayurvedic medicinal plants. </a:t>
          </a:r>
          <a:endParaRPr lang="en-US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1E334F67-F819-421F-9731-3D5B384589E7}" type="parTrans" cxnId="{2370C73B-00BD-4081-B99A-6030E87143A3}">
      <dgm:prSet/>
      <dgm:spPr/>
      <dgm:t>
        <a:bodyPr/>
        <a:lstStyle/>
        <a:p>
          <a:endParaRPr lang="en-US"/>
        </a:p>
      </dgm:t>
    </dgm:pt>
    <dgm:pt modelId="{83E9E96E-A803-4529-94DB-969F29992666}" type="sibTrans" cxnId="{2370C73B-00BD-4081-B99A-6030E87143A3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5F27AE49-267B-4559-A1B8-D6E7E3347F16}">
      <dgm:prSet custT="1"/>
      <dgm:spPr/>
      <dgm:t>
        <a:bodyPr/>
        <a:lstStyle/>
        <a:p>
          <a:r>
            <a:rPr lang="en-US" sz="28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To leverage AI to offer personalized recommendations for health.</a:t>
          </a:r>
          <a:endParaRPr lang="en-US" sz="28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B8743A9B-1577-49A1-A463-B2457DB9A885}" type="parTrans" cxnId="{AB7370A2-6ADA-4C29-81FC-780095BD0DD6}">
      <dgm:prSet/>
      <dgm:spPr/>
      <dgm:t>
        <a:bodyPr/>
        <a:lstStyle/>
        <a:p>
          <a:endParaRPr lang="en-US"/>
        </a:p>
      </dgm:t>
    </dgm:pt>
    <dgm:pt modelId="{797FA477-EBF2-4375-9B81-D6BC64BE6D80}" type="sibTrans" cxnId="{AB7370A2-6ADA-4C29-81FC-780095BD0DD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35398096-7611-4D6C-A308-F579B42FF479}">
      <dgm:prSet custT="1"/>
      <dgm:spPr/>
      <dgm:t>
        <a:bodyPr/>
        <a:lstStyle/>
        <a:p>
          <a:r>
            <a:rPr lang="en-US" sz="23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To provide personalized yoga, diet, and meditation plans, making holistic Ayurvedic care easily accessible.</a:t>
          </a:r>
          <a:endParaRPr lang="en-US" sz="23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3FF6A78-9350-4B12-B3B6-67C033C59FE9}" type="parTrans" cxnId="{BF686BC4-BCCA-498E-B05B-9A810CF1BDB8}">
      <dgm:prSet/>
      <dgm:spPr/>
      <dgm:t>
        <a:bodyPr/>
        <a:lstStyle/>
        <a:p>
          <a:endParaRPr lang="en-US"/>
        </a:p>
      </dgm:t>
    </dgm:pt>
    <dgm:pt modelId="{D33E957F-EA1B-4AED-819C-47A2AA8A20B3}" type="sibTrans" cxnId="{BF686BC4-BCCA-498E-B05B-9A810CF1BDB8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2138F785-E5CF-45BD-A7C6-CC3D628ED54F}" type="pres">
      <dgm:prSet presAssocID="{FADF98E9-19A4-42E8-BF90-18393AB2D511}" presName="Name0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C642FE7-CA50-4384-A794-CE4D3DFECF15}" type="pres">
      <dgm:prSet presAssocID="{7A7409C7-BA2E-47D5-A933-583248967F0A}" presName="compositeNode" presStyleCnt="0">
        <dgm:presLayoutVars>
          <dgm:bulletEnabled val="1"/>
        </dgm:presLayoutVars>
      </dgm:prSet>
      <dgm:spPr/>
    </dgm:pt>
    <dgm:pt modelId="{E3A60EA7-87C1-4C06-99F8-8F35F64CFBE4}" type="pres">
      <dgm:prSet presAssocID="{7A7409C7-BA2E-47D5-A933-583248967F0A}" presName="bgRect" presStyleLbl="bgAccFollowNode1" presStyleIdx="0" presStyleCnt="3"/>
      <dgm:spPr/>
      <dgm:t>
        <a:bodyPr/>
        <a:lstStyle/>
        <a:p>
          <a:endParaRPr lang="en-US"/>
        </a:p>
      </dgm:t>
    </dgm:pt>
    <dgm:pt modelId="{CA4083B5-5ED3-4B52-AC2A-048D08370CF3}" type="pres">
      <dgm:prSet presAssocID="{83E9E96E-A803-4529-94DB-969F29992666}" presName="sibTransNodeCircle" presStyleLbl="alignNode1" presStyleIdx="0" presStyleCnt="6">
        <dgm:presLayoutVars>
          <dgm:chMax val="0"/>
          <dgm:bulletEnabled/>
        </dgm:presLayoutVars>
      </dgm:prSet>
      <dgm:spPr/>
      <dgm:t>
        <a:bodyPr/>
        <a:lstStyle/>
        <a:p>
          <a:endParaRPr lang="en-US"/>
        </a:p>
      </dgm:t>
    </dgm:pt>
    <dgm:pt modelId="{6308BA0B-D9A6-4FB9-B319-D7CAC38741C2}" type="pres">
      <dgm:prSet presAssocID="{7A7409C7-BA2E-47D5-A933-583248967F0A}" presName="bottomLine" presStyleLbl="alignNode1" presStyleIdx="1" presStyleCnt="6">
        <dgm:presLayoutVars/>
      </dgm:prSet>
      <dgm:spPr/>
    </dgm:pt>
    <dgm:pt modelId="{B38B0AA8-CDEC-4D81-A04A-54B9B78CD3B8}" type="pres">
      <dgm:prSet presAssocID="{7A7409C7-BA2E-47D5-A933-583248967F0A}" presName="nodeText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D2D87E-0A09-4ECD-977D-A04DE775D964}" type="pres">
      <dgm:prSet presAssocID="{83E9E96E-A803-4529-94DB-969F29992666}" presName="sibTrans" presStyleCnt="0"/>
      <dgm:spPr/>
    </dgm:pt>
    <dgm:pt modelId="{AC0DD012-81A1-42FE-91C9-7829CF9DE14D}" type="pres">
      <dgm:prSet presAssocID="{5F27AE49-267B-4559-A1B8-D6E7E3347F16}" presName="compositeNode" presStyleCnt="0">
        <dgm:presLayoutVars>
          <dgm:bulletEnabled val="1"/>
        </dgm:presLayoutVars>
      </dgm:prSet>
      <dgm:spPr/>
    </dgm:pt>
    <dgm:pt modelId="{D4617460-ABD1-4360-A771-2497BF38378B}" type="pres">
      <dgm:prSet presAssocID="{5F27AE49-267B-4559-A1B8-D6E7E3347F16}" presName="bgRect" presStyleLbl="bgAccFollowNode1" presStyleIdx="1" presStyleCnt="3"/>
      <dgm:spPr/>
      <dgm:t>
        <a:bodyPr/>
        <a:lstStyle/>
        <a:p>
          <a:endParaRPr lang="en-US"/>
        </a:p>
      </dgm:t>
    </dgm:pt>
    <dgm:pt modelId="{883160A9-7211-4DB0-9F8D-C8B389234763}" type="pres">
      <dgm:prSet presAssocID="{797FA477-EBF2-4375-9B81-D6BC64BE6D80}" presName="sibTransNodeCircle" presStyleLbl="alignNode1" presStyleIdx="2" presStyleCnt="6">
        <dgm:presLayoutVars>
          <dgm:chMax val="0"/>
          <dgm:bulletEnabled/>
        </dgm:presLayoutVars>
      </dgm:prSet>
      <dgm:spPr/>
      <dgm:t>
        <a:bodyPr/>
        <a:lstStyle/>
        <a:p>
          <a:endParaRPr lang="en-US"/>
        </a:p>
      </dgm:t>
    </dgm:pt>
    <dgm:pt modelId="{3A6E0EB9-E794-4E86-8821-ADD0B11590A8}" type="pres">
      <dgm:prSet presAssocID="{5F27AE49-267B-4559-A1B8-D6E7E3347F16}" presName="bottomLine" presStyleLbl="alignNode1" presStyleIdx="3" presStyleCnt="6">
        <dgm:presLayoutVars/>
      </dgm:prSet>
      <dgm:spPr/>
    </dgm:pt>
    <dgm:pt modelId="{955149E2-0CA8-4D96-BAB6-9E806DE870DC}" type="pres">
      <dgm:prSet presAssocID="{5F27AE49-267B-4559-A1B8-D6E7E3347F16}" presName="nodeText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31F99AA-1B56-4080-9BEC-F08A76044FEC}" type="pres">
      <dgm:prSet presAssocID="{797FA477-EBF2-4375-9B81-D6BC64BE6D80}" presName="sibTrans" presStyleCnt="0"/>
      <dgm:spPr/>
    </dgm:pt>
    <dgm:pt modelId="{1DF59857-8989-4FDE-8F2A-1A90710E3A25}" type="pres">
      <dgm:prSet presAssocID="{35398096-7611-4D6C-A308-F579B42FF479}" presName="compositeNode" presStyleCnt="0">
        <dgm:presLayoutVars>
          <dgm:bulletEnabled val="1"/>
        </dgm:presLayoutVars>
      </dgm:prSet>
      <dgm:spPr/>
    </dgm:pt>
    <dgm:pt modelId="{58B82D92-5F01-4740-A0AE-B4F7B8A6D2F9}" type="pres">
      <dgm:prSet presAssocID="{35398096-7611-4D6C-A308-F579B42FF479}" presName="bgRect" presStyleLbl="bgAccFollowNode1" presStyleIdx="2" presStyleCnt="3"/>
      <dgm:spPr/>
      <dgm:t>
        <a:bodyPr/>
        <a:lstStyle/>
        <a:p>
          <a:endParaRPr lang="en-US"/>
        </a:p>
      </dgm:t>
    </dgm:pt>
    <dgm:pt modelId="{26D62D5D-477B-47B1-99E4-420D2A0E645B}" type="pres">
      <dgm:prSet presAssocID="{D33E957F-EA1B-4AED-819C-47A2AA8A20B3}" presName="sibTransNodeCircle" presStyleLbl="alignNode1" presStyleIdx="4" presStyleCnt="6">
        <dgm:presLayoutVars>
          <dgm:chMax val="0"/>
          <dgm:bulletEnabled/>
        </dgm:presLayoutVars>
      </dgm:prSet>
      <dgm:spPr/>
      <dgm:t>
        <a:bodyPr/>
        <a:lstStyle/>
        <a:p>
          <a:endParaRPr lang="en-US"/>
        </a:p>
      </dgm:t>
    </dgm:pt>
    <dgm:pt modelId="{14DD16E3-6196-4C73-BB7F-C43906C9B8BA}" type="pres">
      <dgm:prSet presAssocID="{35398096-7611-4D6C-A308-F579B42FF479}" presName="bottomLine" presStyleLbl="alignNode1" presStyleIdx="5" presStyleCnt="6">
        <dgm:presLayoutVars/>
      </dgm:prSet>
      <dgm:spPr/>
    </dgm:pt>
    <dgm:pt modelId="{1F8A7E2F-257F-4A41-BD3A-C5A6D1E7C65C}" type="pres">
      <dgm:prSet presAssocID="{35398096-7611-4D6C-A308-F579B42FF479}" presName="nodeText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370C73B-00BD-4081-B99A-6030E87143A3}" srcId="{FADF98E9-19A4-42E8-BF90-18393AB2D511}" destId="{7A7409C7-BA2E-47D5-A933-583248967F0A}" srcOrd="0" destOrd="0" parTransId="{1E334F67-F819-421F-9731-3D5B384589E7}" sibTransId="{83E9E96E-A803-4529-94DB-969F29992666}"/>
    <dgm:cxn modelId="{DE576C8F-7FB0-472E-9EA5-3464E5D60351}" type="presOf" srcId="{797FA477-EBF2-4375-9B81-D6BC64BE6D80}" destId="{883160A9-7211-4DB0-9F8D-C8B389234763}" srcOrd="0" destOrd="0" presId="urn:microsoft.com/office/officeart/2016/7/layout/BasicLinearProcessNumbered"/>
    <dgm:cxn modelId="{4FAE2209-9D6B-4332-BD50-ABF67AF5D6E1}" type="presOf" srcId="{D33E957F-EA1B-4AED-819C-47A2AA8A20B3}" destId="{26D62D5D-477B-47B1-99E4-420D2A0E645B}" srcOrd="0" destOrd="0" presId="urn:microsoft.com/office/officeart/2016/7/layout/BasicLinearProcessNumbered"/>
    <dgm:cxn modelId="{01FFC8D7-8116-4C13-AEAA-42F64A65F9BD}" type="presOf" srcId="{5F27AE49-267B-4559-A1B8-D6E7E3347F16}" destId="{D4617460-ABD1-4360-A771-2497BF38378B}" srcOrd="0" destOrd="0" presId="urn:microsoft.com/office/officeart/2016/7/layout/BasicLinearProcessNumbered"/>
    <dgm:cxn modelId="{C2CA7405-152B-4522-9382-0817C3F4E369}" type="presOf" srcId="{83E9E96E-A803-4529-94DB-969F29992666}" destId="{CA4083B5-5ED3-4B52-AC2A-048D08370CF3}" srcOrd="0" destOrd="0" presId="urn:microsoft.com/office/officeart/2016/7/layout/BasicLinearProcessNumbered"/>
    <dgm:cxn modelId="{F78F8D71-90C8-4B07-A5D7-96B54E9B03A3}" type="presOf" srcId="{7A7409C7-BA2E-47D5-A933-583248967F0A}" destId="{E3A60EA7-87C1-4C06-99F8-8F35F64CFBE4}" srcOrd="0" destOrd="0" presId="urn:microsoft.com/office/officeart/2016/7/layout/BasicLinearProcessNumbered"/>
    <dgm:cxn modelId="{F61BCF39-C7AA-4042-B6BC-C4CB6E28F5DF}" type="presOf" srcId="{7A7409C7-BA2E-47D5-A933-583248967F0A}" destId="{B38B0AA8-CDEC-4D81-A04A-54B9B78CD3B8}" srcOrd="1" destOrd="0" presId="urn:microsoft.com/office/officeart/2016/7/layout/BasicLinearProcessNumbered"/>
    <dgm:cxn modelId="{AB7370A2-6ADA-4C29-81FC-780095BD0DD6}" srcId="{FADF98E9-19A4-42E8-BF90-18393AB2D511}" destId="{5F27AE49-267B-4559-A1B8-D6E7E3347F16}" srcOrd="1" destOrd="0" parTransId="{B8743A9B-1577-49A1-A463-B2457DB9A885}" sibTransId="{797FA477-EBF2-4375-9B81-D6BC64BE6D80}"/>
    <dgm:cxn modelId="{B07623A8-9AFB-489F-A280-57482D07962E}" type="presOf" srcId="{35398096-7611-4D6C-A308-F579B42FF479}" destId="{58B82D92-5F01-4740-A0AE-B4F7B8A6D2F9}" srcOrd="0" destOrd="0" presId="urn:microsoft.com/office/officeart/2016/7/layout/BasicLinearProcessNumbered"/>
    <dgm:cxn modelId="{BF686BC4-BCCA-498E-B05B-9A810CF1BDB8}" srcId="{FADF98E9-19A4-42E8-BF90-18393AB2D511}" destId="{35398096-7611-4D6C-A308-F579B42FF479}" srcOrd="2" destOrd="0" parTransId="{53FF6A78-9350-4B12-B3B6-67C033C59FE9}" sibTransId="{D33E957F-EA1B-4AED-819C-47A2AA8A20B3}"/>
    <dgm:cxn modelId="{E7BCB34A-C0C0-4A22-A6DD-DE5BF8ED55AA}" type="presOf" srcId="{5F27AE49-267B-4559-A1B8-D6E7E3347F16}" destId="{955149E2-0CA8-4D96-BAB6-9E806DE870DC}" srcOrd="1" destOrd="0" presId="urn:microsoft.com/office/officeart/2016/7/layout/BasicLinearProcessNumbered"/>
    <dgm:cxn modelId="{3BDB1414-F621-48F1-8D4A-B8E5C86994CE}" type="presOf" srcId="{35398096-7611-4D6C-A308-F579B42FF479}" destId="{1F8A7E2F-257F-4A41-BD3A-C5A6D1E7C65C}" srcOrd="1" destOrd="0" presId="urn:microsoft.com/office/officeart/2016/7/layout/BasicLinearProcessNumbered"/>
    <dgm:cxn modelId="{07789E12-A326-4174-B2BF-5236D15B294E}" type="presOf" srcId="{FADF98E9-19A4-42E8-BF90-18393AB2D511}" destId="{2138F785-E5CF-45BD-A7C6-CC3D628ED54F}" srcOrd="0" destOrd="0" presId="urn:microsoft.com/office/officeart/2016/7/layout/BasicLinearProcessNumbered"/>
    <dgm:cxn modelId="{B52A5297-AF5D-42AF-81AD-0253829FC3EF}" type="presParOf" srcId="{2138F785-E5CF-45BD-A7C6-CC3D628ED54F}" destId="{2C642FE7-CA50-4384-A794-CE4D3DFECF15}" srcOrd="0" destOrd="0" presId="urn:microsoft.com/office/officeart/2016/7/layout/BasicLinearProcessNumbered"/>
    <dgm:cxn modelId="{2E9D5445-FD23-40C9-A8B6-8892745E3FC2}" type="presParOf" srcId="{2C642FE7-CA50-4384-A794-CE4D3DFECF15}" destId="{E3A60EA7-87C1-4C06-99F8-8F35F64CFBE4}" srcOrd="0" destOrd="0" presId="urn:microsoft.com/office/officeart/2016/7/layout/BasicLinearProcessNumbered"/>
    <dgm:cxn modelId="{967921F7-7529-45D2-B045-5FA5D939D098}" type="presParOf" srcId="{2C642FE7-CA50-4384-A794-CE4D3DFECF15}" destId="{CA4083B5-5ED3-4B52-AC2A-048D08370CF3}" srcOrd="1" destOrd="0" presId="urn:microsoft.com/office/officeart/2016/7/layout/BasicLinearProcessNumbered"/>
    <dgm:cxn modelId="{64426CFA-0F9E-4E46-908C-8C103C2949EE}" type="presParOf" srcId="{2C642FE7-CA50-4384-A794-CE4D3DFECF15}" destId="{6308BA0B-D9A6-4FB9-B319-D7CAC38741C2}" srcOrd="2" destOrd="0" presId="urn:microsoft.com/office/officeart/2016/7/layout/BasicLinearProcessNumbered"/>
    <dgm:cxn modelId="{A2682440-BA1B-4C5C-9E84-EB75C79086F6}" type="presParOf" srcId="{2C642FE7-CA50-4384-A794-CE4D3DFECF15}" destId="{B38B0AA8-CDEC-4D81-A04A-54B9B78CD3B8}" srcOrd="3" destOrd="0" presId="urn:microsoft.com/office/officeart/2016/7/layout/BasicLinearProcessNumbered"/>
    <dgm:cxn modelId="{57BEFD6D-D4CB-4E8A-B062-5789CBA85729}" type="presParOf" srcId="{2138F785-E5CF-45BD-A7C6-CC3D628ED54F}" destId="{A1D2D87E-0A09-4ECD-977D-A04DE775D964}" srcOrd="1" destOrd="0" presId="urn:microsoft.com/office/officeart/2016/7/layout/BasicLinearProcessNumbered"/>
    <dgm:cxn modelId="{810EE922-8750-4124-BB65-FB6BA737A56E}" type="presParOf" srcId="{2138F785-E5CF-45BD-A7C6-CC3D628ED54F}" destId="{AC0DD012-81A1-42FE-91C9-7829CF9DE14D}" srcOrd="2" destOrd="0" presId="urn:microsoft.com/office/officeart/2016/7/layout/BasicLinearProcessNumbered"/>
    <dgm:cxn modelId="{FAB09643-E18C-4729-8442-CDB1A010A7B2}" type="presParOf" srcId="{AC0DD012-81A1-42FE-91C9-7829CF9DE14D}" destId="{D4617460-ABD1-4360-A771-2497BF38378B}" srcOrd="0" destOrd="0" presId="urn:microsoft.com/office/officeart/2016/7/layout/BasicLinearProcessNumbered"/>
    <dgm:cxn modelId="{9827F9CB-59C3-449E-A79A-0FE4C6FA196B}" type="presParOf" srcId="{AC0DD012-81A1-42FE-91C9-7829CF9DE14D}" destId="{883160A9-7211-4DB0-9F8D-C8B389234763}" srcOrd="1" destOrd="0" presId="urn:microsoft.com/office/officeart/2016/7/layout/BasicLinearProcessNumbered"/>
    <dgm:cxn modelId="{5B41B1BD-26DC-4F9F-A3C9-FB5B0AE8AB95}" type="presParOf" srcId="{AC0DD012-81A1-42FE-91C9-7829CF9DE14D}" destId="{3A6E0EB9-E794-4E86-8821-ADD0B11590A8}" srcOrd="2" destOrd="0" presId="urn:microsoft.com/office/officeart/2016/7/layout/BasicLinearProcessNumbered"/>
    <dgm:cxn modelId="{636B2B3E-D263-4C04-8A6B-F587B7766625}" type="presParOf" srcId="{AC0DD012-81A1-42FE-91C9-7829CF9DE14D}" destId="{955149E2-0CA8-4D96-BAB6-9E806DE870DC}" srcOrd="3" destOrd="0" presId="urn:microsoft.com/office/officeart/2016/7/layout/BasicLinearProcessNumbered"/>
    <dgm:cxn modelId="{95E1F55A-0466-4BC4-9835-390DD5BA852B}" type="presParOf" srcId="{2138F785-E5CF-45BD-A7C6-CC3D628ED54F}" destId="{D31F99AA-1B56-4080-9BEC-F08A76044FEC}" srcOrd="3" destOrd="0" presId="urn:microsoft.com/office/officeart/2016/7/layout/BasicLinearProcessNumbered"/>
    <dgm:cxn modelId="{C705DD00-A2C1-48CA-8B8A-7D97A9B7017A}" type="presParOf" srcId="{2138F785-E5CF-45BD-A7C6-CC3D628ED54F}" destId="{1DF59857-8989-4FDE-8F2A-1A90710E3A25}" srcOrd="4" destOrd="0" presId="urn:microsoft.com/office/officeart/2016/7/layout/BasicLinearProcessNumbered"/>
    <dgm:cxn modelId="{5F024B70-2361-4B1E-A805-4D8E16CF7C68}" type="presParOf" srcId="{1DF59857-8989-4FDE-8F2A-1A90710E3A25}" destId="{58B82D92-5F01-4740-A0AE-B4F7B8A6D2F9}" srcOrd="0" destOrd="0" presId="urn:microsoft.com/office/officeart/2016/7/layout/BasicLinearProcessNumbered"/>
    <dgm:cxn modelId="{EF8C686E-DDB3-4C6D-9097-E51546D304E1}" type="presParOf" srcId="{1DF59857-8989-4FDE-8F2A-1A90710E3A25}" destId="{26D62D5D-477B-47B1-99E4-420D2A0E645B}" srcOrd="1" destOrd="0" presId="urn:microsoft.com/office/officeart/2016/7/layout/BasicLinearProcessNumbered"/>
    <dgm:cxn modelId="{063D2914-DAA0-4573-9E7D-EE06FC03C51D}" type="presParOf" srcId="{1DF59857-8989-4FDE-8F2A-1A90710E3A25}" destId="{14DD16E3-6196-4C73-BB7F-C43906C9B8BA}" srcOrd="2" destOrd="0" presId="urn:microsoft.com/office/officeart/2016/7/layout/BasicLinearProcessNumbered"/>
    <dgm:cxn modelId="{186375D5-4F76-4388-946B-CB0D880B3E85}" type="presParOf" srcId="{1DF59857-8989-4FDE-8F2A-1A90710E3A25}" destId="{1F8A7E2F-257F-4A41-BD3A-C5A6D1E7C65C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ADF98E9-19A4-42E8-BF90-18393AB2D51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35398096-7611-4D6C-A308-F579B42FF479}">
      <dgm:prSet custT="1"/>
      <dgm:spPr/>
      <dgm:t>
        <a:bodyPr/>
        <a:lstStyle/>
        <a:p>
          <a:r>
            <a:rPr lang="en-GB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Implement user friendly interface for easy navigation and interaction</a:t>
          </a:r>
          <a:endParaRPr lang="en-US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3FF6A78-9350-4B12-B3B6-67C033C59FE9}" type="parTrans" cxnId="{BF686BC4-BCCA-498E-B05B-9A810CF1BDB8}">
      <dgm:prSet/>
      <dgm:spPr/>
      <dgm:t>
        <a:bodyPr/>
        <a:lstStyle/>
        <a:p>
          <a:endParaRPr lang="en-US"/>
        </a:p>
      </dgm:t>
    </dgm:pt>
    <dgm:pt modelId="{D33E957F-EA1B-4AED-819C-47A2AA8A20B3}" type="sibTrans" cxnId="{BF686BC4-BCCA-498E-B05B-9A810CF1BDB8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5F27AE49-267B-4559-A1B8-D6E7E3347F16}">
      <dgm:prSet custT="1"/>
      <dgm:spPr/>
      <dgm:t>
        <a:bodyPr/>
        <a:lstStyle/>
        <a:p>
          <a:r>
            <a:rPr lang="en-GB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Integrate NLP for personalized Ayurvedic remedies based on user symptoms </a:t>
          </a:r>
          <a:endParaRPr lang="en-US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97FA477-EBF2-4375-9B81-D6BC64BE6D80}" type="sibTrans" cxnId="{AB7370A2-6ADA-4C29-81FC-780095BD0DD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B8743A9B-1577-49A1-A463-B2457DB9A885}" type="parTrans" cxnId="{AB7370A2-6ADA-4C29-81FC-780095BD0DD6}">
      <dgm:prSet/>
      <dgm:spPr/>
      <dgm:t>
        <a:bodyPr/>
        <a:lstStyle/>
        <a:p>
          <a:endParaRPr lang="en-US"/>
        </a:p>
      </dgm:t>
    </dgm:pt>
    <dgm:pt modelId="{7A7409C7-BA2E-47D5-A933-583248967F0A}">
      <dgm:prSet custT="1"/>
      <dgm:spPr/>
      <dgm:t>
        <a:bodyPr/>
        <a:lstStyle/>
        <a:p>
          <a:r>
            <a:rPr lang="en-GB" sz="2400" dirty="0">
              <a:latin typeface="Times New Roman" panose="02020603050405020304" pitchFamily="18" charset="0"/>
              <a:cs typeface="Times New Roman" panose="02020603050405020304" pitchFamily="18" charset="0"/>
            </a:rPr>
            <a:t>Develop an AI powered system for herb identification using image recognition</a:t>
          </a:r>
          <a:endParaRPr lang="en-US" sz="24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3E9E96E-A803-4529-94DB-969F29992666}" type="sibTrans" cxnId="{2370C73B-00BD-4081-B99A-6030E87143A3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1E334F67-F819-421F-9731-3D5B384589E7}" type="parTrans" cxnId="{2370C73B-00BD-4081-B99A-6030E87143A3}">
      <dgm:prSet/>
      <dgm:spPr/>
      <dgm:t>
        <a:bodyPr/>
        <a:lstStyle/>
        <a:p>
          <a:endParaRPr lang="en-US"/>
        </a:p>
      </dgm:t>
    </dgm:pt>
    <dgm:pt modelId="{2138F785-E5CF-45BD-A7C6-CC3D628ED54F}" type="pres">
      <dgm:prSet presAssocID="{FADF98E9-19A4-42E8-BF90-18393AB2D511}" presName="Name0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C642FE7-CA50-4384-A794-CE4D3DFECF15}" type="pres">
      <dgm:prSet presAssocID="{7A7409C7-BA2E-47D5-A933-583248967F0A}" presName="compositeNode" presStyleCnt="0">
        <dgm:presLayoutVars>
          <dgm:bulletEnabled val="1"/>
        </dgm:presLayoutVars>
      </dgm:prSet>
      <dgm:spPr/>
    </dgm:pt>
    <dgm:pt modelId="{E3A60EA7-87C1-4C06-99F8-8F35F64CFBE4}" type="pres">
      <dgm:prSet presAssocID="{7A7409C7-BA2E-47D5-A933-583248967F0A}" presName="bgRect" presStyleLbl="bgAccFollowNode1" presStyleIdx="0" presStyleCnt="3" custLinFactNeighborX="976" custLinFactNeighborY="-2096"/>
      <dgm:spPr/>
      <dgm:t>
        <a:bodyPr/>
        <a:lstStyle/>
        <a:p>
          <a:endParaRPr lang="en-US"/>
        </a:p>
      </dgm:t>
    </dgm:pt>
    <dgm:pt modelId="{CA4083B5-5ED3-4B52-AC2A-048D08370CF3}" type="pres">
      <dgm:prSet presAssocID="{83E9E96E-A803-4529-94DB-969F29992666}" presName="sibTransNodeCircle" presStyleLbl="alignNode1" presStyleIdx="0" presStyleCnt="6">
        <dgm:presLayoutVars>
          <dgm:chMax val="0"/>
          <dgm:bulletEnabled/>
        </dgm:presLayoutVars>
      </dgm:prSet>
      <dgm:spPr/>
      <dgm:t>
        <a:bodyPr/>
        <a:lstStyle/>
        <a:p>
          <a:endParaRPr lang="en-US"/>
        </a:p>
      </dgm:t>
    </dgm:pt>
    <dgm:pt modelId="{6308BA0B-D9A6-4FB9-B319-D7CAC38741C2}" type="pres">
      <dgm:prSet presAssocID="{7A7409C7-BA2E-47D5-A933-583248967F0A}" presName="bottomLine" presStyleLbl="alignNode1" presStyleIdx="1" presStyleCnt="6">
        <dgm:presLayoutVars/>
      </dgm:prSet>
      <dgm:spPr/>
    </dgm:pt>
    <dgm:pt modelId="{B38B0AA8-CDEC-4D81-A04A-54B9B78CD3B8}" type="pres">
      <dgm:prSet presAssocID="{7A7409C7-BA2E-47D5-A933-583248967F0A}" presName="nodeText" presStyleLbl="bgAccFollow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D2D87E-0A09-4ECD-977D-A04DE775D964}" type="pres">
      <dgm:prSet presAssocID="{83E9E96E-A803-4529-94DB-969F29992666}" presName="sibTrans" presStyleCnt="0"/>
      <dgm:spPr/>
    </dgm:pt>
    <dgm:pt modelId="{AC0DD012-81A1-42FE-91C9-7829CF9DE14D}" type="pres">
      <dgm:prSet presAssocID="{5F27AE49-267B-4559-A1B8-D6E7E3347F16}" presName="compositeNode" presStyleCnt="0">
        <dgm:presLayoutVars>
          <dgm:bulletEnabled val="1"/>
        </dgm:presLayoutVars>
      </dgm:prSet>
      <dgm:spPr/>
    </dgm:pt>
    <dgm:pt modelId="{D4617460-ABD1-4360-A771-2497BF38378B}" type="pres">
      <dgm:prSet presAssocID="{5F27AE49-267B-4559-A1B8-D6E7E3347F16}" presName="bgRect" presStyleLbl="bgAccFollowNode1" presStyleIdx="1" presStyleCnt="3"/>
      <dgm:spPr/>
      <dgm:t>
        <a:bodyPr/>
        <a:lstStyle/>
        <a:p>
          <a:endParaRPr lang="en-US"/>
        </a:p>
      </dgm:t>
    </dgm:pt>
    <dgm:pt modelId="{883160A9-7211-4DB0-9F8D-C8B389234763}" type="pres">
      <dgm:prSet presAssocID="{797FA477-EBF2-4375-9B81-D6BC64BE6D80}" presName="sibTransNodeCircle" presStyleLbl="alignNode1" presStyleIdx="2" presStyleCnt="6">
        <dgm:presLayoutVars>
          <dgm:chMax val="0"/>
          <dgm:bulletEnabled/>
        </dgm:presLayoutVars>
      </dgm:prSet>
      <dgm:spPr/>
      <dgm:t>
        <a:bodyPr/>
        <a:lstStyle/>
        <a:p>
          <a:endParaRPr lang="en-US"/>
        </a:p>
      </dgm:t>
    </dgm:pt>
    <dgm:pt modelId="{3A6E0EB9-E794-4E86-8821-ADD0B11590A8}" type="pres">
      <dgm:prSet presAssocID="{5F27AE49-267B-4559-A1B8-D6E7E3347F16}" presName="bottomLine" presStyleLbl="alignNode1" presStyleIdx="3" presStyleCnt="6">
        <dgm:presLayoutVars/>
      </dgm:prSet>
      <dgm:spPr/>
    </dgm:pt>
    <dgm:pt modelId="{955149E2-0CA8-4D96-BAB6-9E806DE870DC}" type="pres">
      <dgm:prSet presAssocID="{5F27AE49-267B-4559-A1B8-D6E7E3347F16}" presName="nodeText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31F99AA-1B56-4080-9BEC-F08A76044FEC}" type="pres">
      <dgm:prSet presAssocID="{797FA477-EBF2-4375-9B81-D6BC64BE6D80}" presName="sibTrans" presStyleCnt="0"/>
      <dgm:spPr/>
    </dgm:pt>
    <dgm:pt modelId="{1DF59857-8989-4FDE-8F2A-1A90710E3A25}" type="pres">
      <dgm:prSet presAssocID="{35398096-7611-4D6C-A308-F579B42FF479}" presName="compositeNode" presStyleCnt="0">
        <dgm:presLayoutVars>
          <dgm:bulletEnabled val="1"/>
        </dgm:presLayoutVars>
      </dgm:prSet>
      <dgm:spPr/>
    </dgm:pt>
    <dgm:pt modelId="{58B82D92-5F01-4740-A0AE-B4F7B8A6D2F9}" type="pres">
      <dgm:prSet presAssocID="{35398096-7611-4D6C-A308-F579B42FF479}" presName="bgRect" presStyleLbl="bgAccFollowNode1" presStyleIdx="2" presStyleCnt="3"/>
      <dgm:spPr/>
      <dgm:t>
        <a:bodyPr/>
        <a:lstStyle/>
        <a:p>
          <a:endParaRPr lang="en-US"/>
        </a:p>
      </dgm:t>
    </dgm:pt>
    <dgm:pt modelId="{26D62D5D-477B-47B1-99E4-420D2A0E645B}" type="pres">
      <dgm:prSet presAssocID="{D33E957F-EA1B-4AED-819C-47A2AA8A20B3}" presName="sibTransNodeCircle" presStyleLbl="alignNode1" presStyleIdx="4" presStyleCnt="6">
        <dgm:presLayoutVars>
          <dgm:chMax val="0"/>
          <dgm:bulletEnabled/>
        </dgm:presLayoutVars>
      </dgm:prSet>
      <dgm:spPr/>
      <dgm:t>
        <a:bodyPr/>
        <a:lstStyle/>
        <a:p>
          <a:endParaRPr lang="en-US"/>
        </a:p>
      </dgm:t>
    </dgm:pt>
    <dgm:pt modelId="{14DD16E3-6196-4C73-BB7F-C43906C9B8BA}" type="pres">
      <dgm:prSet presAssocID="{35398096-7611-4D6C-A308-F579B42FF479}" presName="bottomLine" presStyleLbl="alignNode1" presStyleIdx="5" presStyleCnt="6">
        <dgm:presLayoutVars/>
      </dgm:prSet>
      <dgm:spPr/>
    </dgm:pt>
    <dgm:pt modelId="{1F8A7E2F-257F-4A41-BD3A-C5A6D1E7C65C}" type="pres">
      <dgm:prSet presAssocID="{35398096-7611-4D6C-A308-F579B42FF479}" presName="nodeText" presStyleLbl="bg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370C73B-00BD-4081-B99A-6030E87143A3}" srcId="{FADF98E9-19A4-42E8-BF90-18393AB2D511}" destId="{7A7409C7-BA2E-47D5-A933-583248967F0A}" srcOrd="0" destOrd="0" parTransId="{1E334F67-F819-421F-9731-3D5B384589E7}" sibTransId="{83E9E96E-A803-4529-94DB-969F29992666}"/>
    <dgm:cxn modelId="{DE576C8F-7FB0-472E-9EA5-3464E5D60351}" type="presOf" srcId="{797FA477-EBF2-4375-9B81-D6BC64BE6D80}" destId="{883160A9-7211-4DB0-9F8D-C8B389234763}" srcOrd="0" destOrd="0" presId="urn:microsoft.com/office/officeart/2016/7/layout/BasicLinearProcessNumbered"/>
    <dgm:cxn modelId="{4FAE2209-9D6B-4332-BD50-ABF67AF5D6E1}" type="presOf" srcId="{D33E957F-EA1B-4AED-819C-47A2AA8A20B3}" destId="{26D62D5D-477B-47B1-99E4-420D2A0E645B}" srcOrd="0" destOrd="0" presId="urn:microsoft.com/office/officeart/2016/7/layout/BasicLinearProcessNumbered"/>
    <dgm:cxn modelId="{01FFC8D7-8116-4C13-AEAA-42F64A65F9BD}" type="presOf" srcId="{5F27AE49-267B-4559-A1B8-D6E7E3347F16}" destId="{D4617460-ABD1-4360-A771-2497BF38378B}" srcOrd="0" destOrd="0" presId="urn:microsoft.com/office/officeart/2016/7/layout/BasicLinearProcessNumbered"/>
    <dgm:cxn modelId="{C2CA7405-152B-4522-9382-0817C3F4E369}" type="presOf" srcId="{83E9E96E-A803-4529-94DB-969F29992666}" destId="{CA4083B5-5ED3-4B52-AC2A-048D08370CF3}" srcOrd="0" destOrd="0" presId="urn:microsoft.com/office/officeart/2016/7/layout/BasicLinearProcessNumbered"/>
    <dgm:cxn modelId="{F78F8D71-90C8-4B07-A5D7-96B54E9B03A3}" type="presOf" srcId="{7A7409C7-BA2E-47D5-A933-583248967F0A}" destId="{E3A60EA7-87C1-4C06-99F8-8F35F64CFBE4}" srcOrd="0" destOrd="0" presId="urn:microsoft.com/office/officeart/2016/7/layout/BasicLinearProcessNumbered"/>
    <dgm:cxn modelId="{F61BCF39-C7AA-4042-B6BC-C4CB6E28F5DF}" type="presOf" srcId="{7A7409C7-BA2E-47D5-A933-583248967F0A}" destId="{B38B0AA8-CDEC-4D81-A04A-54B9B78CD3B8}" srcOrd="1" destOrd="0" presId="urn:microsoft.com/office/officeart/2016/7/layout/BasicLinearProcessNumbered"/>
    <dgm:cxn modelId="{AB7370A2-6ADA-4C29-81FC-780095BD0DD6}" srcId="{FADF98E9-19A4-42E8-BF90-18393AB2D511}" destId="{5F27AE49-267B-4559-A1B8-D6E7E3347F16}" srcOrd="1" destOrd="0" parTransId="{B8743A9B-1577-49A1-A463-B2457DB9A885}" sibTransId="{797FA477-EBF2-4375-9B81-D6BC64BE6D80}"/>
    <dgm:cxn modelId="{B07623A8-9AFB-489F-A280-57482D07962E}" type="presOf" srcId="{35398096-7611-4D6C-A308-F579B42FF479}" destId="{58B82D92-5F01-4740-A0AE-B4F7B8A6D2F9}" srcOrd="0" destOrd="0" presId="urn:microsoft.com/office/officeart/2016/7/layout/BasicLinearProcessNumbered"/>
    <dgm:cxn modelId="{BF686BC4-BCCA-498E-B05B-9A810CF1BDB8}" srcId="{FADF98E9-19A4-42E8-BF90-18393AB2D511}" destId="{35398096-7611-4D6C-A308-F579B42FF479}" srcOrd="2" destOrd="0" parTransId="{53FF6A78-9350-4B12-B3B6-67C033C59FE9}" sibTransId="{D33E957F-EA1B-4AED-819C-47A2AA8A20B3}"/>
    <dgm:cxn modelId="{E7BCB34A-C0C0-4A22-A6DD-DE5BF8ED55AA}" type="presOf" srcId="{5F27AE49-267B-4559-A1B8-D6E7E3347F16}" destId="{955149E2-0CA8-4D96-BAB6-9E806DE870DC}" srcOrd="1" destOrd="0" presId="urn:microsoft.com/office/officeart/2016/7/layout/BasicLinearProcessNumbered"/>
    <dgm:cxn modelId="{3BDB1414-F621-48F1-8D4A-B8E5C86994CE}" type="presOf" srcId="{35398096-7611-4D6C-A308-F579B42FF479}" destId="{1F8A7E2F-257F-4A41-BD3A-C5A6D1E7C65C}" srcOrd="1" destOrd="0" presId="urn:microsoft.com/office/officeart/2016/7/layout/BasicLinearProcessNumbered"/>
    <dgm:cxn modelId="{07789E12-A326-4174-B2BF-5236D15B294E}" type="presOf" srcId="{FADF98E9-19A4-42E8-BF90-18393AB2D511}" destId="{2138F785-E5CF-45BD-A7C6-CC3D628ED54F}" srcOrd="0" destOrd="0" presId="urn:microsoft.com/office/officeart/2016/7/layout/BasicLinearProcessNumbered"/>
    <dgm:cxn modelId="{B52A5297-AF5D-42AF-81AD-0253829FC3EF}" type="presParOf" srcId="{2138F785-E5CF-45BD-A7C6-CC3D628ED54F}" destId="{2C642FE7-CA50-4384-A794-CE4D3DFECF15}" srcOrd="0" destOrd="0" presId="urn:microsoft.com/office/officeart/2016/7/layout/BasicLinearProcessNumbered"/>
    <dgm:cxn modelId="{2E9D5445-FD23-40C9-A8B6-8892745E3FC2}" type="presParOf" srcId="{2C642FE7-CA50-4384-A794-CE4D3DFECF15}" destId="{E3A60EA7-87C1-4C06-99F8-8F35F64CFBE4}" srcOrd="0" destOrd="0" presId="urn:microsoft.com/office/officeart/2016/7/layout/BasicLinearProcessNumbered"/>
    <dgm:cxn modelId="{967921F7-7529-45D2-B045-5FA5D939D098}" type="presParOf" srcId="{2C642FE7-CA50-4384-A794-CE4D3DFECF15}" destId="{CA4083B5-5ED3-4B52-AC2A-048D08370CF3}" srcOrd="1" destOrd="0" presId="urn:microsoft.com/office/officeart/2016/7/layout/BasicLinearProcessNumbered"/>
    <dgm:cxn modelId="{64426CFA-0F9E-4E46-908C-8C103C2949EE}" type="presParOf" srcId="{2C642FE7-CA50-4384-A794-CE4D3DFECF15}" destId="{6308BA0B-D9A6-4FB9-B319-D7CAC38741C2}" srcOrd="2" destOrd="0" presId="urn:microsoft.com/office/officeart/2016/7/layout/BasicLinearProcessNumbered"/>
    <dgm:cxn modelId="{A2682440-BA1B-4C5C-9E84-EB75C79086F6}" type="presParOf" srcId="{2C642FE7-CA50-4384-A794-CE4D3DFECF15}" destId="{B38B0AA8-CDEC-4D81-A04A-54B9B78CD3B8}" srcOrd="3" destOrd="0" presId="urn:microsoft.com/office/officeart/2016/7/layout/BasicLinearProcessNumbered"/>
    <dgm:cxn modelId="{57BEFD6D-D4CB-4E8A-B062-5789CBA85729}" type="presParOf" srcId="{2138F785-E5CF-45BD-A7C6-CC3D628ED54F}" destId="{A1D2D87E-0A09-4ECD-977D-A04DE775D964}" srcOrd="1" destOrd="0" presId="urn:microsoft.com/office/officeart/2016/7/layout/BasicLinearProcessNumbered"/>
    <dgm:cxn modelId="{810EE922-8750-4124-BB65-FB6BA737A56E}" type="presParOf" srcId="{2138F785-E5CF-45BD-A7C6-CC3D628ED54F}" destId="{AC0DD012-81A1-42FE-91C9-7829CF9DE14D}" srcOrd="2" destOrd="0" presId="urn:microsoft.com/office/officeart/2016/7/layout/BasicLinearProcessNumbered"/>
    <dgm:cxn modelId="{FAB09643-E18C-4729-8442-CDB1A010A7B2}" type="presParOf" srcId="{AC0DD012-81A1-42FE-91C9-7829CF9DE14D}" destId="{D4617460-ABD1-4360-A771-2497BF38378B}" srcOrd="0" destOrd="0" presId="urn:microsoft.com/office/officeart/2016/7/layout/BasicLinearProcessNumbered"/>
    <dgm:cxn modelId="{9827F9CB-59C3-449E-A79A-0FE4C6FA196B}" type="presParOf" srcId="{AC0DD012-81A1-42FE-91C9-7829CF9DE14D}" destId="{883160A9-7211-4DB0-9F8D-C8B389234763}" srcOrd="1" destOrd="0" presId="urn:microsoft.com/office/officeart/2016/7/layout/BasicLinearProcessNumbered"/>
    <dgm:cxn modelId="{5B41B1BD-26DC-4F9F-A3C9-FB5B0AE8AB95}" type="presParOf" srcId="{AC0DD012-81A1-42FE-91C9-7829CF9DE14D}" destId="{3A6E0EB9-E794-4E86-8821-ADD0B11590A8}" srcOrd="2" destOrd="0" presId="urn:microsoft.com/office/officeart/2016/7/layout/BasicLinearProcessNumbered"/>
    <dgm:cxn modelId="{636B2B3E-D263-4C04-8A6B-F587B7766625}" type="presParOf" srcId="{AC0DD012-81A1-42FE-91C9-7829CF9DE14D}" destId="{955149E2-0CA8-4D96-BAB6-9E806DE870DC}" srcOrd="3" destOrd="0" presId="urn:microsoft.com/office/officeart/2016/7/layout/BasicLinearProcessNumbered"/>
    <dgm:cxn modelId="{95E1F55A-0466-4BC4-9835-390DD5BA852B}" type="presParOf" srcId="{2138F785-E5CF-45BD-A7C6-CC3D628ED54F}" destId="{D31F99AA-1B56-4080-9BEC-F08A76044FEC}" srcOrd="3" destOrd="0" presId="urn:microsoft.com/office/officeart/2016/7/layout/BasicLinearProcessNumbered"/>
    <dgm:cxn modelId="{C705DD00-A2C1-48CA-8B8A-7D97A9B7017A}" type="presParOf" srcId="{2138F785-E5CF-45BD-A7C6-CC3D628ED54F}" destId="{1DF59857-8989-4FDE-8F2A-1A90710E3A25}" srcOrd="4" destOrd="0" presId="urn:microsoft.com/office/officeart/2016/7/layout/BasicLinearProcessNumbered"/>
    <dgm:cxn modelId="{5F024B70-2361-4B1E-A805-4D8E16CF7C68}" type="presParOf" srcId="{1DF59857-8989-4FDE-8F2A-1A90710E3A25}" destId="{58B82D92-5F01-4740-A0AE-B4F7B8A6D2F9}" srcOrd="0" destOrd="0" presId="urn:microsoft.com/office/officeart/2016/7/layout/BasicLinearProcessNumbered"/>
    <dgm:cxn modelId="{EF8C686E-DDB3-4C6D-9097-E51546D304E1}" type="presParOf" srcId="{1DF59857-8989-4FDE-8F2A-1A90710E3A25}" destId="{26D62D5D-477B-47B1-99E4-420D2A0E645B}" srcOrd="1" destOrd="0" presId="urn:microsoft.com/office/officeart/2016/7/layout/BasicLinearProcessNumbered"/>
    <dgm:cxn modelId="{063D2914-DAA0-4573-9E7D-EE06FC03C51D}" type="presParOf" srcId="{1DF59857-8989-4FDE-8F2A-1A90710E3A25}" destId="{14DD16E3-6196-4C73-BB7F-C43906C9B8BA}" srcOrd="2" destOrd="0" presId="urn:microsoft.com/office/officeart/2016/7/layout/BasicLinearProcessNumbered"/>
    <dgm:cxn modelId="{186375D5-4F76-4388-946B-CB0D880B3E85}" type="presParOf" srcId="{1DF59857-8989-4FDE-8F2A-1A90710E3A25}" destId="{1F8A7E2F-257F-4A41-BD3A-C5A6D1E7C65C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6DFD56A-11C4-4F45-84D4-27C3C4F5354D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16233F3-61E8-4600-98B2-1F0B7199695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THANK YOU!</a:t>
          </a:r>
        </a:p>
      </dgm:t>
    </dgm:pt>
    <dgm:pt modelId="{54B0C892-E4A9-4471-AAC7-E71774830F59}" type="parTrans" cxnId="{3E77458A-4DAA-4F48-9EAA-86531B4FB168}">
      <dgm:prSet/>
      <dgm:spPr/>
      <dgm:t>
        <a:bodyPr/>
        <a:lstStyle/>
        <a:p>
          <a:endParaRPr lang="en-US"/>
        </a:p>
      </dgm:t>
    </dgm:pt>
    <dgm:pt modelId="{AC3B5EB5-6034-4D91-9508-43624F5D37F0}" type="sibTrans" cxnId="{3E77458A-4DAA-4F48-9EAA-86531B4FB168}">
      <dgm:prSet/>
      <dgm:spPr/>
      <dgm:t>
        <a:bodyPr/>
        <a:lstStyle/>
        <a:p>
          <a:endParaRPr lang="en-US"/>
        </a:p>
      </dgm:t>
    </dgm:pt>
    <dgm:pt modelId="{0C4692B2-A75B-4F65-89D4-C7C142C27C23}" type="pres">
      <dgm:prSet presAssocID="{96DFD56A-11C4-4F45-84D4-27C3C4F5354D}" presName="root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B1466731-59E5-49BE-8BD6-F4F80519CA69}" type="pres">
      <dgm:prSet presAssocID="{516233F3-61E8-4600-98B2-1F0B7199695B}" presName="compNode" presStyleCnt="0"/>
      <dgm:spPr/>
    </dgm:pt>
    <dgm:pt modelId="{6193F0A0-D698-413D-B5CF-08E0EA84FE56}" type="pres">
      <dgm:prSet presAssocID="{516233F3-61E8-4600-98B2-1F0B7199695B}" presName="iconRect" presStyleLbl="node1" presStyleIdx="0" presStyleCnt="1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nglasses Face with Solid Fill"/>
        </a:ext>
      </dgm:extLst>
    </dgm:pt>
    <dgm:pt modelId="{028DF568-0916-40F8-9680-376FDABCFB51}" type="pres">
      <dgm:prSet presAssocID="{516233F3-61E8-4600-98B2-1F0B7199695B}" presName="spaceRect" presStyleCnt="0"/>
      <dgm:spPr/>
    </dgm:pt>
    <dgm:pt modelId="{AA319F88-8B09-43D2-94A4-18CB3B720A0A}" type="pres">
      <dgm:prSet presAssocID="{516233F3-61E8-4600-98B2-1F0B7199695B}" presName="textRect" presStyleLbl="revTx" presStyleIdx="0" presStyleCnt="1">
        <dgm:presLayoutVars>
          <dgm:chMax val="1"/>
          <dgm:chPref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E77458A-4DAA-4F48-9EAA-86531B4FB168}" srcId="{96DFD56A-11C4-4F45-84D4-27C3C4F5354D}" destId="{516233F3-61E8-4600-98B2-1F0B7199695B}" srcOrd="0" destOrd="0" parTransId="{54B0C892-E4A9-4471-AAC7-E71774830F59}" sibTransId="{AC3B5EB5-6034-4D91-9508-43624F5D37F0}"/>
    <dgm:cxn modelId="{3D0D591C-094F-4CBD-BC26-75B282852B9A}" type="presOf" srcId="{516233F3-61E8-4600-98B2-1F0B7199695B}" destId="{AA319F88-8B09-43D2-94A4-18CB3B720A0A}" srcOrd="0" destOrd="0" presId="urn:microsoft.com/office/officeart/2018/2/layout/IconLabelList"/>
    <dgm:cxn modelId="{2E4E85BA-8E1B-466E-A7D5-DEFAE39B59BB}" type="presOf" srcId="{96DFD56A-11C4-4F45-84D4-27C3C4F5354D}" destId="{0C4692B2-A75B-4F65-89D4-C7C142C27C23}" srcOrd="0" destOrd="0" presId="urn:microsoft.com/office/officeart/2018/2/layout/IconLabelList"/>
    <dgm:cxn modelId="{FB8B4B32-8519-43D8-B945-6F9D3E2468C4}" type="presParOf" srcId="{0C4692B2-A75B-4F65-89D4-C7C142C27C23}" destId="{B1466731-59E5-49BE-8BD6-F4F80519CA69}" srcOrd="0" destOrd="0" presId="urn:microsoft.com/office/officeart/2018/2/layout/IconLabelList"/>
    <dgm:cxn modelId="{72DF17A1-7716-48F5-9389-CEC807FE1381}" type="presParOf" srcId="{B1466731-59E5-49BE-8BD6-F4F80519CA69}" destId="{6193F0A0-D698-413D-B5CF-08E0EA84FE56}" srcOrd="0" destOrd="0" presId="urn:microsoft.com/office/officeart/2018/2/layout/IconLabelList"/>
    <dgm:cxn modelId="{23D9279A-228B-4452-95C6-17DD8B7C8137}" type="presParOf" srcId="{B1466731-59E5-49BE-8BD6-F4F80519CA69}" destId="{028DF568-0916-40F8-9680-376FDABCFB51}" srcOrd="1" destOrd="0" presId="urn:microsoft.com/office/officeart/2018/2/layout/IconLabelList"/>
    <dgm:cxn modelId="{CEA09C54-16E8-46F2-99D7-3C42DE732AB1}" type="presParOf" srcId="{B1466731-59E5-49BE-8BD6-F4F80519CA69}" destId="{AA319F88-8B09-43D2-94A4-18CB3B720A0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8AC097-2B2E-4AF8-9193-86AB40480E7D}">
      <dsp:nvSpPr>
        <dsp:cNvPr id="0" name=""/>
        <dsp:cNvSpPr/>
      </dsp:nvSpPr>
      <dsp:spPr>
        <a:xfrm>
          <a:off x="1283" y="314546"/>
          <a:ext cx="4505585" cy="2861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67ADDD-B12F-4AF7-858A-4734451E5E65}">
      <dsp:nvSpPr>
        <dsp:cNvPr id="0" name=""/>
        <dsp:cNvSpPr/>
      </dsp:nvSpPr>
      <dsp:spPr>
        <a:xfrm>
          <a:off x="501904" y="790136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1244600">
            <a:lnSpc>
              <a:spcPct val="15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Ayurveda, a traditional system of medicine, has been a cornerstone of Nepalese healthcare. </a:t>
          </a:r>
        </a:p>
      </dsp:txBody>
      <dsp:txXfrm>
        <a:off x="585701" y="873933"/>
        <a:ext cx="4337991" cy="2693452"/>
      </dsp:txXfrm>
    </dsp:sp>
    <dsp:sp modelId="{BD25D66A-9A80-48BC-88C5-2AD0FB0C3A58}">
      <dsp:nvSpPr>
        <dsp:cNvPr id="0" name=""/>
        <dsp:cNvSpPr/>
      </dsp:nvSpPr>
      <dsp:spPr>
        <a:xfrm>
          <a:off x="5508110" y="314546"/>
          <a:ext cx="4505585" cy="2861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294812-E412-466E-A4AD-12F5EA111CDA}">
      <dsp:nvSpPr>
        <dsp:cNvPr id="0" name=""/>
        <dsp:cNvSpPr/>
      </dsp:nvSpPr>
      <dsp:spPr>
        <a:xfrm>
          <a:off x="6008730" y="790136"/>
          <a:ext cx="4505585" cy="2861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lvl="0" algn="ctr" defTabSz="1244600">
            <a:lnSpc>
              <a:spcPct val="15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This project leverages AI to digitize, analyze, and enhance Ayurvedic practices for a modern audience. </a:t>
          </a:r>
        </a:p>
      </dsp:txBody>
      <dsp:txXfrm>
        <a:off x="6092527" y="873933"/>
        <a:ext cx="4337991" cy="26934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D3E1FB-A351-47F0-AF2D-A3F88A81250D}">
      <dsp:nvSpPr>
        <dsp:cNvPr id="0" name=""/>
        <dsp:cNvSpPr/>
      </dsp:nvSpPr>
      <dsp:spPr>
        <a:xfrm>
          <a:off x="718664" y="19096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035803-6EDA-42F4-BE55-6B6BB23BD79F}">
      <dsp:nvSpPr>
        <dsp:cNvPr id="0" name=""/>
        <dsp:cNvSpPr/>
      </dsp:nvSpPr>
      <dsp:spPr>
        <a:xfrm>
          <a:off x="1135476" y="435909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19CE39-7071-4741-8D81-8F63047A6E5B}">
      <dsp:nvSpPr>
        <dsp:cNvPr id="0" name=""/>
        <dsp:cNvSpPr/>
      </dsp:nvSpPr>
      <dsp:spPr>
        <a:xfrm>
          <a:off x="93445" y="2584096"/>
          <a:ext cx="3206250" cy="1589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800100">
            <a:lnSpc>
              <a:spcPct val="15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en-US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- Limited accessibility to traditional herbal knowledge.</a:t>
          </a:r>
        </a:p>
      </dsp:txBody>
      <dsp:txXfrm>
        <a:off x="93445" y="2584096"/>
        <a:ext cx="3206250" cy="1589611"/>
      </dsp:txXfrm>
    </dsp:sp>
    <dsp:sp modelId="{AB90E0CB-74E5-4F08-9A24-C0DC33E3B943}">
      <dsp:nvSpPr>
        <dsp:cNvPr id="0" name=""/>
        <dsp:cNvSpPr/>
      </dsp:nvSpPr>
      <dsp:spPr>
        <a:xfrm>
          <a:off x="4486008" y="19096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D5B14E-B5BF-41AC-8B40-0D1285B79F58}">
      <dsp:nvSpPr>
        <dsp:cNvPr id="0" name=""/>
        <dsp:cNvSpPr/>
      </dsp:nvSpPr>
      <dsp:spPr>
        <a:xfrm>
          <a:off x="4902820" y="435909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0D7645-0867-4C83-B83D-16D08CFCE56B}">
      <dsp:nvSpPr>
        <dsp:cNvPr id="0" name=""/>
        <dsp:cNvSpPr/>
      </dsp:nvSpPr>
      <dsp:spPr>
        <a:xfrm>
          <a:off x="3860789" y="2584096"/>
          <a:ext cx="3206250" cy="1589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800100">
            <a:lnSpc>
              <a:spcPct val="15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en-US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- Lack of personalized health recommendations.</a:t>
          </a:r>
        </a:p>
      </dsp:txBody>
      <dsp:txXfrm>
        <a:off x="3860789" y="2584096"/>
        <a:ext cx="3206250" cy="1589611"/>
      </dsp:txXfrm>
    </dsp:sp>
    <dsp:sp modelId="{7CB7B0EA-F31B-4452-9852-DA5EB303B94C}">
      <dsp:nvSpPr>
        <dsp:cNvPr id="0" name=""/>
        <dsp:cNvSpPr/>
      </dsp:nvSpPr>
      <dsp:spPr>
        <a:xfrm>
          <a:off x="8253352" y="19096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435D95-CA45-4AA4-985E-62FD49513E3C}">
      <dsp:nvSpPr>
        <dsp:cNvPr id="0" name=""/>
        <dsp:cNvSpPr/>
      </dsp:nvSpPr>
      <dsp:spPr>
        <a:xfrm>
          <a:off x="8670164" y="435909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821345-3C30-40B3-80E0-F6D547A49361}">
      <dsp:nvSpPr>
        <dsp:cNvPr id="0" name=""/>
        <dsp:cNvSpPr/>
      </dsp:nvSpPr>
      <dsp:spPr>
        <a:xfrm>
          <a:off x="7628133" y="2584096"/>
          <a:ext cx="3206250" cy="1589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800100">
            <a:lnSpc>
              <a:spcPct val="150000"/>
            </a:lnSpc>
            <a:spcBef>
              <a:spcPct val="0"/>
            </a:spcBef>
            <a:spcAft>
              <a:spcPct val="35000"/>
            </a:spcAft>
            <a:defRPr cap="all"/>
          </a:pPr>
          <a:r>
            <a:rPr lang="en-US" sz="18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- Minimal integration between traditional and modern technologies.</a:t>
          </a:r>
        </a:p>
      </dsp:txBody>
      <dsp:txXfrm>
        <a:off x="7628133" y="2584096"/>
        <a:ext cx="3206250" cy="158961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A60EA7-87C1-4C06-99F8-8F35F64CFBE4}">
      <dsp:nvSpPr>
        <dsp:cNvPr id="0" name=""/>
        <dsp:cNvSpPr/>
      </dsp:nvSpPr>
      <dsp:spPr>
        <a:xfrm>
          <a:off x="0" y="0"/>
          <a:ext cx="3162299" cy="3566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6545" tIns="330200" rIns="246545" bIns="33020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To provide people with insights into Ayurvedic medicinal plants. </a:t>
          </a:r>
          <a:endParaRPr lang="en-US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0" y="1355140"/>
        <a:ext cx="3162299" cy="2139696"/>
      </dsp:txXfrm>
    </dsp:sp>
    <dsp:sp modelId="{CA4083B5-5ED3-4B52-AC2A-048D08370CF3}">
      <dsp:nvSpPr>
        <dsp:cNvPr id="0" name=""/>
        <dsp:cNvSpPr/>
      </dsp:nvSpPr>
      <dsp:spPr>
        <a:xfrm>
          <a:off x="1046225" y="356615"/>
          <a:ext cx="1069848" cy="10698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410" tIns="12700" rIns="83410" bIns="1270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/>
            <a:t>1</a:t>
          </a:r>
        </a:p>
      </dsp:txBody>
      <dsp:txXfrm>
        <a:off x="1202901" y="513291"/>
        <a:ext cx="756496" cy="756496"/>
      </dsp:txXfrm>
    </dsp:sp>
    <dsp:sp modelId="{6308BA0B-D9A6-4FB9-B319-D7CAC38741C2}">
      <dsp:nvSpPr>
        <dsp:cNvPr id="0" name=""/>
        <dsp:cNvSpPr/>
      </dsp:nvSpPr>
      <dsp:spPr>
        <a:xfrm>
          <a:off x="0" y="3566088"/>
          <a:ext cx="3162299" cy="72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accent2">
              <a:hueOff val="1288723"/>
              <a:satOff val="-3699"/>
              <a:lumOff val="-5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617460-ABD1-4360-A771-2497BF38378B}">
      <dsp:nvSpPr>
        <dsp:cNvPr id="0" name=""/>
        <dsp:cNvSpPr/>
      </dsp:nvSpPr>
      <dsp:spPr>
        <a:xfrm>
          <a:off x="3478529" y="0"/>
          <a:ext cx="3162299" cy="3566160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6545" tIns="330200" rIns="246545" bIns="330200" numCol="1" spcCol="1270" anchor="t" anchorCtr="0">
          <a:noAutofit/>
        </a:bodyPr>
        <a:lstStyle/>
        <a:p>
          <a:pPr lvl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To leverage AI to offer personalized recommendations for health.</a:t>
          </a:r>
          <a:endParaRPr lang="en-US" sz="28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478529" y="1355140"/>
        <a:ext cx="3162299" cy="2139696"/>
      </dsp:txXfrm>
    </dsp:sp>
    <dsp:sp modelId="{883160A9-7211-4DB0-9F8D-C8B389234763}">
      <dsp:nvSpPr>
        <dsp:cNvPr id="0" name=""/>
        <dsp:cNvSpPr/>
      </dsp:nvSpPr>
      <dsp:spPr>
        <a:xfrm>
          <a:off x="4524755" y="356615"/>
          <a:ext cx="1069848" cy="1069848"/>
        </a:xfrm>
        <a:prstGeom prst="ellipse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accent2">
              <a:hueOff val="2577445"/>
              <a:satOff val="-7397"/>
              <a:lumOff val="-118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410" tIns="12700" rIns="83410" bIns="1270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/>
            <a:t>2</a:t>
          </a:r>
        </a:p>
      </dsp:txBody>
      <dsp:txXfrm>
        <a:off x="4681431" y="513291"/>
        <a:ext cx="756496" cy="756496"/>
      </dsp:txXfrm>
    </dsp:sp>
    <dsp:sp modelId="{3A6E0EB9-E794-4E86-8821-ADD0B11590A8}">
      <dsp:nvSpPr>
        <dsp:cNvPr id="0" name=""/>
        <dsp:cNvSpPr/>
      </dsp:nvSpPr>
      <dsp:spPr>
        <a:xfrm>
          <a:off x="3478529" y="3566088"/>
          <a:ext cx="3162299" cy="72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accent2">
              <a:hueOff val="3866169"/>
              <a:satOff val="-11096"/>
              <a:lumOff val="-17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B82D92-5F01-4740-A0AE-B4F7B8A6D2F9}">
      <dsp:nvSpPr>
        <dsp:cNvPr id="0" name=""/>
        <dsp:cNvSpPr/>
      </dsp:nvSpPr>
      <dsp:spPr>
        <a:xfrm>
          <a:off x="6957059" y="0"/>
          <a:ext cx="3162299" cy="3566160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6545" tIns="330200" rIns="246545" bIns="330200" numCol="1" spcCol="1270" anchor="t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>
              <a:latin typeface="Times New Roman" panose="02020603050405020304" pitchFamily="18" charset="0"/>
              <a:cs typeface="Times New Roman" panose="02020603050405020304" pitchFamily="18" charset="0"/>
            </a:rPr>
            <a:t>To provide personalized yoga, diet, and meditation plans, making holistic Ayurvedic care easily accessible.</a:t>
          </a:r>
          <a:endParaRPr lang="en-US" sz="23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6957059" y="1355140"/>
        <a:ext cx="3162299" cy="2139696"/>
      </dsp:txXfrm>
    </dsp:sp>
    <dsp:sp modelId="{26D62D5D-477B-47B1-99E4-420D2A0E645B}">
      <dsp:nvSpPr>
        <dsp:cNvPr id="0" name=""/>
        <dsp:cNvSpPr/>
      </dsp:nvSpPr>
      <dsp:spPr>
        <a:xfrm>
          <a:off x="8003285" y="356615"/>
          <a:ext cx="1069848" cy="1069848"/>
        </a:xfrm>
        <a:prstGeom prst="ellipse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accent2">
              <a:hueOff val="5154891"/>
              <a:satOff val="-14794"/>
              <a:lumOff val="-236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410" tIns="12700" rIns="83410" bIns="1270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/>
            <a:t>3</a:t>
          </a:r>
        </a:p>
      </dsp:txBody>
      <dsp:txXfrm>
        <a:off x="8159961" y="513291"/>
        <a:ext cx="756496" cy="756496"/>
      </dsp:txXfrm>
    </dsp:sp>
    <dsp:sp modelId="{14DD16E3-6196-4C73-BB7F-C43906C9B8BA}">
      <dsp:nvSpPr>
        <dsp:cNvPr id="0" name=""/>
        <dsp:cNvSpPr/>
      </dsp:nvSpPr>
      <dsp:spPr>
        <a:xfrm>
          <a:off x="6957059" y="3566088"/>
          <a:ext cx="3162299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A60EA7-87C1-4C06-99F8-8F35F64CFBE4}">
      <dsp:nvSpPr>
        <dsp:cNvPr id="0" name=""/>
        <dsp:cNvSpPr/>
      </dsp:nvSpPr>
      <dsp:spPr>
        <a:xfrm>
          <a:off x="30864" y="0"/>
          <a:ext cx="3162299" cy="356616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6545" tIns="330200" rIns="246545" bIns="33020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Develop an AI powered system for herb identification using image recognition</a:t>
          </a:r>
          <a:endParaRPr lang="en-US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0864" y="1355140"/>
        <a:ext cx="3162299" cy="2139696"/>
      </dsp:txXfrm>
    </dsp:sp>
    <dsp:sp modelId="{CA4083B5-5ED3-4B52-AC2A-048D08370CF3}">
      <dsp:nvSpPr>
        <dsp:cNvPr id="0" name=""/>
        <dsp:cNvSpPr/>
      </dsp:nvSpPr>
      <dsp:spPr>
        <a:xfrm>
          <a:off x="1046225" y="356615"/>
          <a:ext cx="1069848" cy="10698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410" tIns="12700" rIns="83410" bIns="1270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/>
            <a:t>1</a:t>
          </a:r>
        </a:p>
      </dsp:txBody>
      <dsp:txXfrm>
        <a:off x="1202901" y="513291"/>
        <a:ext cx="756496" cy="756496"/>
      </dsp:txXfrm>
    </dsp:sp>
    <dsp:sp modelId="{6308BA0B-D9A6-4FB9-B319-D7CAC38741C2}">
      <dsp:nvSpPr>
        <dsp:cNvPr id="0" name=""/>
        <dsp:cNvSpPr/>
      </dsp:nvSpPr>
      <dsp:spPr>
        <a:xfrm>
          <a:off x="0" y="3566088"/>
          <a:ext cx="3162299" cy="72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accent2">
              <a:hueOff val="1288723"/>
              <a:satOff val="-3699"/>
              <a:lumOff val="-5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617460-ABD1-4360-A771-2497BF38378B}">
      <dsp:nvSpPr>
        <dsp:cNvPr id="0" name=""/>
        <dsp:cNvSpPr/>
      </dsp:nvSpPr>
      <dsp:spPr>
        <a:xfrm>
          <a:off x="3478529" y="0"/>
          <a:ext cx="3162299" cy="3566160"/>
        </a:xfrm>
        <a:prstGeom prst="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6545" tIns="330200" rIns="246545" bIns="33020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Integrate NLP for personalized Ayurvedic remedies based on user symptoms </a:t>
          </a:r>
          <a:endParaRPr lang="en-US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3478529" y="1355140"/>
        <a:ext cx="3162299" cy="2139696"/>
      </dsp:txXfrm>
    </dsp:sp>
    <dsp:sp modelId="{883160A9-7211-4DB0-9F8D-C8B389234763}">
      <dsp:nvSpPr>
        <dsp:cNvPr id="0" name=""/>
        <dsp:cNvSpPr/>
      </dsp:nvSpPr>
      <dsp:spPr>
        <a:xfrm>
          <a:off x="4524755" y="356615"/>
          <a:ext cx="1069848" cy="1069848"/>
        </a:xfrm>
        <a:prstGeom prst="ellipse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accent2">
              <a:hueOff val="2577445"/>
              <a:satOff val="-7397"/>
              <a:lumOff val="-1184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410" tIns="12700" rIns="83410" bIns="1270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/>
            <a:t>2</a:t>
          </a:r>
        </a:p>
      </dsp:txBody>
      <dsp:txXfrm>
        <a:off x="4681431" y="513291"/>
        <a:ext cx="756496" cy="756496"/>
      </dsp:txXfrm>
    </dsp:sp>
    <dsp:sp modelId="{3A6E0EB9-E794-4E86-8821-ADD0B11590A8}">
      <dsp:nvSpPr>
        <dsp:cNvPr id="0" name=""/>
        <dsp:cNvSpPr/>
      </dsp:nvSpPr>
      <dsp:spPr>
        <a:xfrm>
          <a:off x="3478529" y="3566088"/>
          <a:ext cx="3162299" cy="72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accent2">
              <a:hueOff val="3866169"/>
              <a:satOff val="-11096"/>
              <a:lumOff val="-17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B82D92-5F01-4740-A0AE-B4F7B8A6D2F9}">
      <dsp:nvSpPr>
        <dsp:cNvPr id="0" name=""/>
        <dsp:cNvSpPr/>
      </dsp:nvSpPr>
      <dsp:spPr>
        <a:xfrm>
          <a:off x="6957059" y="0"/>
          <a:ext cx="3162299" cy="3566160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6545" tIns="330200" rIns="246545" bIns="330200" numCol="1" spcCol="1270" anchor="t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GB" sz="2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Implement user friendly interface for easy navigation and interaction</a:t>
          </a:r>
          <a:endParaRPr lang="en-US" sz="24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6957059" y="1355140"/>
        <a:ext cx="3162299" cy="2139696"/>
      </dsp:txXfrm>
    </dsp:sp>
    <dsp:sp modelId="{26D62D5D-477B-47B1-99E4-420D2A0E645B}">
      <dsp:nvSpPr>
        <dsp:cNvPr id="0" name=""/>
        <dsp:cNvSpPr/>
      </dsp:nvSpPr>
      <dsp:spPr>
        <a:xfrm>
          <a:off x="8003285" y="356615"/>
          <a:ext cx="1069848" cy="1069848"/>
        </a:xfrm>
        <a:prstGeom prst="ellipse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accent2">
              <a:hueOff val="5154891"/>
              <a:satOff val="-14794"/>
              <a:lumOff val="-2368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410" tIns="12700" rIns="83410" bIns="1270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/>
            <a:t>3</a:t>
          </a:r>
        </a:p>
      </dsp:txBody>
      <dsp:txXfrm>
        <a:off x="8159961" y="513291"/>
        <a:ext cx="756496" cy="756496"/>
      </dsp:txXfrm>
    </dsp:sp>
    <dsp:sp modelId="{14DD16E3-6196-4C73-BB7F-C43906C9B8BA}">
      <dsp:nvSpPr>
        <dsp:cNvPr id="0" name=""/>
        <dsp:cNvSpPr/>
      </dsp:nvSpPr>
      <dsp:spPr>
        <a:xfrm>
          <a:off x="6957059" y="3566088"/>
          <a:ext cx="3162299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93F0A0-D698-413D-B5CF-08E0EA84FE56}">
      <dsp:nvSpPr>
        <dsp:cNvPr id="0" name=""/>
        <dsp:cNvSpPr/>
      </dsp:nvSpPr>
      <dsp:spPr>
        <a:xfrm>
          <a:off x="3567313" y="1021933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xmlns="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19F88-8B09-43D2-94A4-18CB3B720A0A}">
      <dsp:nvSpPr>
        <dsp:cNvPr id="0" name=""/>
        <dsp:cNvSpPr/>
      </dsp:nvSpPr>
      <dsp:spPr>
        <a:xfrm>
          <a:off x="2379313" y="3436215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ctr" defTabSz="222250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/>
            <a:t>THANK YOU!</a:t>
          </a:r>
        </a:p>
      </dsp:txBody>
      <dsp:txXfrm>
        <a:off x="2379313" y="3436215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 xmlns="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 xmlns="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 xmlns="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 xmlns="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A7C26-A861-4A72-EAB4-CC0A29A3B2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F3B6C5-6DBB-FD6D-ECEB-B08EB8CEBF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B203F-A163-70A4-1CFB-5EEAC70F2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9E49B3-8D47-DB24-5A2E-56E4D86C4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AD071-0DAA-1B47-70E3-69FA1468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532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1FC3B-E8C0-F5A2-AC94-FBE72727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9B05F-B85A-C266-B2E9-BADDFCA9E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CEF73-E03B-2668-3CFA-F03D7504B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F0316-384E-8A3D-421E-08278C5D9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EA0A7-5994-5A13-11F5-AB10E1E70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380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BBDCE-FA35-59AA-29D4-A8C505702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939B55-3A5D-B69A-D316-8CA5854E5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F5AB5-0B9E-46BE-1984-EF73815FF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B8E3A-57F7-57CB-B136-6D5B8BD9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271AC-A8AD-B31F-A078-2BCA1B475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911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B9536-1BE1-07AB-505A-830FB54A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17D49-A9E7-4087-4C03-A286DDAB7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0F5EA5-B492-99C1-F07D-9AB2F076F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D90782-F2AE-96FF-E235-B8FA32D1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C8A29-A6CC-5A18-1CB8-48D07DBD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3CA2CD-C91E-EC7A-A871-B6F37B879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636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5983B-62A1-86B0-E497-EEE52CFCF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316A0-87E1-7D9C-A3A4-59BE9009A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C2B8C-F3FA-5337-B3F8-3322CA142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B41629-740F-C743-D84F-CBC6411553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26FE12-82A3-DAB7-B58E-E5DE9FB74B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DEC119-024E-3F94-DEC0-A8355CD7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E41674-D19E-725F-9EE0-B9265446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27646A-A97E-EB31-3297-10988C0DD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04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F697-D549-9FD3-0948-AEE137B37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6BA3ED-BEE3-A410-0295-A3393020B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009D78-FAC1-92EF-8A86-73D7B9355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78266F-905C-BA95-1B95-F09C2B036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52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A4190F-6BA0-D145-154C-7E994FB4C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C9422-4B0B-EE7A-CD94-60CB1CBFB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86FE2-2907-9B4B-F2C9-8CB3EB9C4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441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04EA5-12E3-2749-7586-8A2685265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D9EDE-7F83-14DF-450C-DD754167E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3AEBC-AAA6-C363-20CB-019BB17DE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D59536-2C91-0801-C07D-211380895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928F13-4AEC-4615-AFCC-12A69302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71B2FE-4A0D-A1D5-CB7E-36BD4FE75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921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E46B-92C1-90BC-B69A-109B46E0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0630BF-686C-621E-6315-019EB03289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02D244-55C4-935A-0B74-DAA804BD7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DE2BB-16F9-7124-B10B-BB62B419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2696F-7F39-AEF2-C402-51B544F05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821F92-20A1-530C-71D0-26D1F6A42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83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8262E-CC04-7198-DFE8-5F1043479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984016-AE01-ED41-2172-8961472D0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7B772-D551-350B-B76A-27FDEFC3C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D2FB8-19E2-5D72-09DD-3FC2FAD91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7A42F-2981-9E0D-314D-401A0720B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46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466EBC-0250-DD8E-99E1-6A91B19386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E46609-B6B6-26F7-B07B-C58F8C319A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B28A-6E25-58DA-4B73-A953D0635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F45A9-79CD-D3FC-E8AD-8DB536CE4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7A392-0271-951E-56B1-7BD6B3733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677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B5DBFF-D346-A76C-D335-20D94906B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285CE-A821-23A3-F7B4-486F2DD7A0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ADDB7-84EC-A17E-4027-9F83296E1F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E8454A-6B33-4DEF-8A40-161AC9C143C6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308C6-8C65-AAAE-F18F-0298789866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FE0A1-95B4-3DE7-6A9C-2297AA92F5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1CB96A-9140-4A9F-86E7-1B1810CE77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28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BEC94C-2AF7-4E6A-143A-2F994607D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542" y="385806"/>
            <a:ext cx="6794024" cy="2449991"/>
          </a:xfrm>
        </p:spPr>
        <p:txBody>
          <a:bodyPr anchor="b">
            <a:noAutofit/>
          </a:bodyPr>
          <a:lstStyle/>
          <a:p>
            <a:pPr algn="l"/>
            <a:r>
              <a:rPr lang="en-US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Ayurvedic Intelligence: Revolutionizing Ayurveda with AI</a:t>
            </a:r>
          </a:p>
        </p:txBody>
      </p:sp>
      <p:sp>
        <p:nvSpPr>
          <p:cNvPr id="9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xmlns="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751" y="421832"/>
            <a:ext cx="4764034" cy="47640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A470A7-A7A5-6DDC-294D-DE9E5D658B19}"/>
              </a:ext>
            </a:extLst>
          </p:cNvPr>
          <p:cNvSpPr txBox="1"/>
          <p:nvPr/>
        </p:nvSpPr>
        <p:spPr>
          <a:xfrm>
            <a:off x="989152" y="3505916"/>
            <a:ext cx="67316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Sandesh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Dharel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Ashish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Agrawal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Dipesh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Shrestha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Kiran Pokharel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9042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6AC3602-3348-4F31-9E43-076B03514E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690688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AF5BE2-0B49-6AEE-19BC-F7C33E18A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00580"/>
            <a:ext cx="9829800" cy="1089529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1" name="Graphic 11">
            <a:extLst>
              <a:ext uri="{FF2B5EF4-FFF2-40B4-BE49-F238E27FC236}">
                <a16:creationId xmlns:a16="http://schemas.microsoft.com/office/drawing/2014/main" id="{394094B0-A6C9-44BE-9042-66EF0612F62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03882" y="591829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Graphic 10">
            <a:extLst>
              <a:ext uri="{FF2B5EF4-FFF2-40B4-BE49-F238E27FC236}">
                <a16:creationId xmlns:a16="http://schemas.microsoft.com/office/drawing/2014/main" id="{64C2CA96-0B16-4AA7-B340-33044D23859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62662" y="82112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Graphic 12">
            <a:extLst>
              <a:ext uri="{FF2B5EF4-FFF2-40B4-BE49-F238E27FC236}">
                <a16:creationId xmlns:a16="http://schemas.microsoft.com/office/drawing/2014/main" id="{1D50D7A8-F1D5-4306-8A9B-DD7A73EB8BC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88342" y="1336268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077A4E0-27CF-E66D-FA93-542203CE73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33228811"/>
              </p:ext>
            </p:extLst>
          </p:nvPr>
        </p:nvGraphicFramePr>
        <p:xfrm>
          <a:off x="838200" y="2211233"/>
          <a:ext cx="10515600" cy="39657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6977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3E821-9E6C-4E5F-7EF1-5E28BE3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EC22871D-23D6-BEFA-67BD-1406A3D824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717639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60490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F29ED6-591C-5C4C-DF76-C1E15CE71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Rectangle 1">
            <a:extLst>
              <a:ext uri="{FF2B5EF4-FFF2-40B4-BE49-F238E27FC236}">
                <a16:creationId xmlns:a16="http://schemas.microsoft.com/office/drawing/2014/main" id="{52A07348-DBBE-37E5-4647-F0A6ACA0F6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102859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480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9511E2-6EFB-E540-93A4-646B26E7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39450E7-7517-535A-F81A-92CE501EB4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2754F3-5876-9233-7DA0-9BCAA4AFBBC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F37BFF-C98E-FD59-5EA0-D39A8CEA4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SCOPE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049AC8-7614-AFC8-6469-6A4B7A27295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D00DF11-1C20-D0CD-2224-4216690DDBB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A8C0D7B-8A42-F3EC-017A-EB8180493B2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2994B5-CC7C-8854-E491-9E66C5837FF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1FAF245-D750-1AE9-1301-63AAA83460A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3CAB29-FE80-E915-9F66-DFA36943757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408A6EF-0586-FC6F-282E-E6C262DB245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759351F-E648-2120-BFF2-27B20312F8BF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3FE31D3-B6CE-203F-C5DF-3BEF13AA238D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42FBC53-002C-EDBD-F1DB-FB67BEE6BCD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Rectangle 1">
            <a:extLst>
              <a:ext uri="{FF2B5EF4-FFF2-40B4-BE49-F238E27FC236}">
                <a16:creationId xmlns:a16="http://schemas.microsoft.com/office/drawing/2014/main" id="{40106C88-8467-0A48-A49B-5D90ADF950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755530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21211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9EF0C0-ACF2-D445-AD0A-EC7196257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924" y="1980523"/>
            <a:ext cx="10053763" cy="15240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RELATED WORKS</a:t>
            </a:r>
          </a:p>
        </p:txBody>
      </p:sp>
    </p:spTree>
    <p:extLst>
      <p:ext uri="{BB962C8B-B14F-4D97-AF65-F5344CB8AC3E}">
        <p14:creationId xmlns:p14="http://schemas.microsoft.com/office/powerpoint/2010/main" val="2545070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D6BF07-2910-A45F-E607-4D0CD2F41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AI-Well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84BAE2-C4FF-30A4-82DA-8E0DE8704A4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9350" y="2268638"/>
            <a:ext cx="10253641" cy="339969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lang="en-US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Health assessments based on Ayurvedic doshas.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wearable devices for monitoring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Drawbacks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regional availability.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Privacy concerns with data usage.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C444B3D0-AE1C-9FCD-EBB5-6FFB4C23E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506" y="1984972"/>
            <a:ext cx="3896528" cy="906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2397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22F0F4-4A57-C098-5824-862D20EF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chemeClr val="bg1"/>
                </a:solidFill>
              </a:rPr>
              <a:t>Patanjali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0675A55-78F0-A903-DAE7-FE3EB77EA1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59351" y="2048972"/>
            <a:ext cx="10636280" cy="395258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 fontScale="77500" lnSpcReduction="20000"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Affordable pricing and strong distribution. </a:t>
            </a:r>
            <a:endParaRPr kumimoji="0" lang="en-US" altLang="en-US" b="0" i="0" u="none" strike="noStrike" cap="none" normalizeH="0" baseline="0" dirty="0" smtClean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Wide range of Ayurvedic products. 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kumimoji="0" lang="en-US" altLang="en-US" b="0" i="0" u="none" strike="noStrike" cap="none" normalizeH="0" baseline="0" dirty="0" smtClean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Drawbacks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Quality control issues.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Limited international availability.</a:t>
            </a:r>
            <a:endParaRPr kumimoji="0" lang="en-US" altLang="en-US" b="0" i="0" u="none" strike="noStrike" cap="none" normalizeH="0" baseline="0" dirty="0" smtClean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33054D-5BF0-841D-90D2-60E5EF880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537" y="2048972"/>
            <a:ext cx="2992013" cy="724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4019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51AF8-B5B5-36A9-EB5C-49D13A586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340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Ayucare</a:t>
            </a:r>
            <a:endParaRPr lang="en-US" sz="34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5CA9E86-1E91-E6A8-631D-5C10BF0BAB4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78736" y="1891970"/>
            <a:ext cx="10136210" cy="42742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Online Ayurvedic consultations.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Personalized health plans.</a:t>
            </a: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Drawbacks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Dependent on internet connectivity.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 advice without deep personalization.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2" name="Picture 8" descr="Home - ayucarewellness - Home of Ayurveda Remedies.">
            <a:extLst>
              <a:ext uri="{FF2B5EF4-FFF2-40B4-BE49-F238E27FC236}">
                <a16:creationId xmlns:a16="http://schemas.microsoft.com/office/drawing/2014/main" id="{ED387F24-1B26-794D-DE16-96E90C1CF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0566" y="1891970"/>
            <a:ext cx="3457447" cy="171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2815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EB039B-D1B5-BDE0-B455-4FCF31B38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A5EC460-CB6B-0314-C531-C73D8B77B83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5B25EE-3EBC-4522-F929-810E074E784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A810B5-BD33-EABB-45F2-C55475A5862C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6855820-389B-54FD-E2E2-233C16FB9FA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5860F7-EE35-CCC0-DD4B-7E68E1D90AE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351AF8-B5B5-36A9-EB5C-49D13A586FC9}"/>
              </a:ext>
            </a:extLst>
          </p:cNvPr>
          <p:cNvSpPr txBox="1">
            <a:spLocks/>
          </p:cNvSpPr>
          <p:nvPr/>
        </p:nvSpPr>
        <p:spPr>
          <a:xfrm>
            <a:off x="1148022" y="369587"/>
            <a:ext cx="9895951" cy="10336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Nepal Ayurveda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5CA9E86-1E91-E6A8-631D-5C10BF0BAB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752" y="2197883"/>
            <a:ext cx="9724031" cy="36833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Ayurvedic consultations and herbal remedies. 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traditional Nepalese healing practices </a:t>
            </a:r>
          </a:p>
          <a:p>
            <a:pPr mar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Drawbacks</a:t>
            </a:r>
            <a:r>
              <a:rPr lang="en-US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technological features</a:t>
            </a:r>
          </a:p>
          <a:p>
            <a:pPr eaLnBrk="0" fontAlgn="base" hangingPunct="0">
              <a:lnSpc>
                <a:spcPct val="17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of authentic products can be challenging </a:t>
            </a:r>
            <a:endParaRPr lang="en-US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4B12015-C1F3-F194-FA70-AD336076B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3782" y="1725915"/>
            <a:ext cx="2500312" cy="1396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5219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5BAC9E-567B-EE10-8B58-56BFE431F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0" y="206703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METHODOLOGY</a:t>
            </a:r>
          </a:p>
        </p:txBody>
      </p:sp>
      <p:sp>
        <p:nvSpPr>
          <p:cNvPr id="3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xmlns="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61E1D5-4F41-B6A2-51F9-0137C419D3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67" y="1357350"/>
            <a:ext cx="4761865" cy="4761865"/>
          </a:xfrm>
          <a:prstGeom prst="rect">
            <a:avLst/>
          </a:prstGeom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DCC70106-1E9F-3815-9D33-B15CBFAB720A}"/>
              </a:ext>
            </a:extLst>
          </p:cNvPr>
          <p:cNvSpPr txBox="1"/>
          <p:nvPr/>
        </p:nvSpPr>
        <p:spPr>
          <a:xfrm>
            <a:off x="3284593" y="6191387"/>
            <a:ext cx="5991929" cy="3785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246"/>
              </a:lnSpc>
            </a:pPr>
            <a:r>
              <a:rPr lang="en-GB" sz="2352" spc="23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sz="2352" spc="230" dirty="0">
                <a:solidFill>
                  <a:srgbClr val="231F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IGURE: AGILE METHODOLOGY</a:t>
            </a:r>
          </a:p>
        </p:txBody>
      </p:sp>
    </p:spTree>
    <p:extLst>
      <p:ext uri="{BB962C8B-B14F-4D97-AF65-F5344CB8AC3E}">
        <p14:creationId xmlns:p14="http://schemas.microsoft.com/office/powerpoint/2010/main" val="2921819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E12A6-D95A-9B29-5B82-8A33C8920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688" y="150471"/>
            <a:ext cx="10515600" cy="1042506"/>
          </a:xfrm>
        </p:spPr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4091" y="995423"/>
            <a:ext cx="10961225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Jupiter Notebook with Google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It’s seamless integration with Google Drive allowed us to store and retrieve both the dataset and trained model efficiently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PyTorch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ResNet-18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deep convolutional neural network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pretrained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ImageNet, for image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Used PIL to open and convert new input images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processsable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format.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With </a:t>
            </a:r>
            <a:r>
              <a:rPr lang="en-US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torchvision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library, transforms was used to apply preprocessing like resizing and horizontal flipping.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learning rate was set to 0.001, providing a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small step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 during optimization to prevent overshooting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We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a batch size of 32, which offers a good balance between training performance and memory usage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The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was trained for 20 epochs, meaning it completed 20 full passes over the entire training dataset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230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379E-9909-AA69-EF88-EDF3556F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82EE8-921E-B213-5D20-94242BEF7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887" y="195943"/>
            <a:ext cx="11023734" cy="1030651"/>
          </a:xfrm>
        </p:spPr>
        <p:txBody>
          <a:bodyPr anchor="ctr">
            <a:normAutofit/>
          </a:bodyPr>
          <a:lstStyle/>
          <a:p>
            <a:pPr algn="ctr"/>
            <a:r>
              <a:rPr lang="en-GB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BLEU Score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C5332C2-AE57-D734-2487-DE6AB11594DA}"/>
              </a:ext>
            </a:extLst>
          </p:cNvPr>
          <p:cNvSpPr txBox="1">
            <a:spLocks/>
          </p:cNvSpPr>
          <p:nvPr/>
        </p:nvSpPr>
        <p:spPr>
          <a:xfrm>
            <a:off x="7557794" y="1978090"/>
            <a:ext cx="4329404" cy="35592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graph shows a high BLEU score of 0.82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which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indicates that the model is generating responses very close to human visualization, which is ideal for user trust and utility.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" y="1843182"/>
            <a:ext cx="6414018" cy="4147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556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350FFE-D5A6-BFA6-AC70-01A51918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C5944D8-316A-F407-8CC3-8CD8977A6E1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4D827D-E687-7FDF-C6D5-289D7101C5C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446A8B-E153-7D77-2EE5-FBFA55CDC0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2D8623-5325-4AE9-0CF9-84ADF5850933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7F8972-3CAD-1D72-FF82-CD76F0E434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638" y="349112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Loss and Accuracy over Epochs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0179" y="1707237"/>
            <a:ext cx="8698643" cy="36018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444" y="5563152"/>
            <a:ext cx="4637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Loss dropping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below 0.1 by the 20th epoch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7379" y="5563153"/>
            <a:ext cx="43859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improving from about 64% to 97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%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416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661FC2-FEE3-AE1E-B669-C01DF364B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2BF8E0-92A7-25C8-1772-677E31710BD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EEB884-973C-CADD-7F59-E5E30796E4D2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C7ED10-A6A4-F6C4-4983-A234AF627C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197DDF-E262-AB1B-4B05-28F267AF0C6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725337-A532-F9A7-2114-B3920BF84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en-GB" sz="4000" dirty="0" smtClean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More Model Evaluation</a:t>
            </a:r>
            <a:endParaRPr lang="en-US" sz="4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463" y="1632541"/>
            <a:ext cx="5090945" cy="325701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8923" y="1642462"/>
            <a:ext cx="5022012" cy="32470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3698" y="5079987"/>
            <a:ext cx="5822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the confidence threshold increases, precision also increases, starting around 0.93 and reaching nearly 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643" y="5088947"/>
            <a:ext cx="58223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 remains high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thresholds. But,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the threshold increases, recall gradually declines and drops sharply near a threshold of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1.0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3306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379E-9909-AA69-EF88-EDF3556F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82EE8-921E-B213-5D20-94242BEF7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887" y="195943"/>
            <a:ext cx="11023734" cy="1030651"/>
          </a:xfrm>
        </p:spPr>
        <p:txBody>
          <a:bodyPr anchor="ctr">
            <a:normAutofit/>
          </a:bodyPr>
          <a:lstStyle/>
          <a:p>
            <a:pPr algn="ctr"/>
            <a:r>
              <a:rPr lang="en-GB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C5332C2-AE57-D734-2487-DE6AB11594DA}"/>
              </a:ext>
            </a:extLst>
          </p:cNvPr>
          <p:cNvSpPr txBox="1">
            <a:spLocks/>
          </p:cNvSpPr>
          <p:nvPr/>
        </p:nvSpPr>
        <p:spPr>
          <a:xfrm>
            <a:off x="7557794" y="1978090"/>
            <a:ext cx="4329404" cy="355923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50000"/>
              </a:lnSpc>
              <a:buNone/>
            </a:pP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Classifier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high accuracy overall, with most herbs correctly predicted. Misclassifications are minimal and mostly between visually similar plants, </a:t>
            </a:r>
            <a:r>
              <a:rPr lang="en-US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which we did best to improve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more data and fine-tuning.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" y="1386625"/>
            <a:ext cx="6414018" cy="5060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21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A379E-9909-AA69-EF88-EDF3556F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0FC69D9-EFE4-F79D-1A9E-CFCFA5C5D95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F77F69-6517-0C2A-7DC7-E048A02222B0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F534A5-77E9-519E-3D01-328ECC62385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046B7A-2741-D04B-4A73-300B592C42F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282EE8-921E-B213-5D20-94242BEF7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 dirty="0" smtClean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Solutions</a:t>
            </a:r>
            <a:endParaRPr lang="en-US" sz="4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5332C2-AE57-D734-2487-DE6AB11594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53" y="2268637"/>
            <a:ext cx="5033054" cy="365815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Data-Related Issues: Unbalanced classes, noisy images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Model-Related Issues: Underfitting/Overfitting  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Issues: Tuning Hyperparameters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C5332C2-AE57-D734-2487-DE6AB11594DA}"/>
              </a:ext>
            </a:extLst>
          </p:cNvPr>
          <p:cNvSpPr txBox="1">
            <a:spLocks/>
          </p:cNvSpPr>
          <p:nvPr/>
        </p:nvSpPr>
        <p:spPr>
          <a:xfrm>
            <a:off x="5865102" y="2268636"/>
            <a:ext cx="5033054" cy="36581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Augmentation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Selection and Regularization</a:t>
            </a:r>
          </a:p>
          <a:p>
            <a:pPr>
              <a:lnSpc>
                <a:spcPct val="150000"/>
              </a:lnSpc>
            </a:pPr>
            <a:r>
              <a:rPr lang="en-GB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Hyperparameter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Tuning and Optimized Training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Iterative Testing and Feedback</a:t>
            </a:r>
          </a:p>
        </p:txBody>
      </p:sp>
    </p:spTree>
    <p:extLst>
      <p:ext uri="{BB962C8B-B14F-4D97-AF65-F5344CB8AC3E}">
        <p14:creationId xmlns:p14="http://schemas.microsoft.com/office/powerpoint/2010/main" val="1456527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1B9CEC-647F-C0D3-DB5C-9FEF03823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 dirty="0" smtClean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4000" dirty="0" err="1" smtClean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ompleted</a:t>
            </a:r>
            <a:r>
              <a:rPr lang="en-US" sz="4000" dirty="0" smtClean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Future Enhancement</a:t>
            </a:r>
            <a:endParaRPr lang="en-US" sz="400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EA02E6-DDCE-0B9C-54FC-4D6AC56D6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665" y="1994270"/>
            <a:ext cx="5284980" cy="409114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Herb Image Classifier: Improved the image classifier for higher accuracy</a:t>
            </a:r>
            <a:r>
              <a:rPr lang="en-GB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GB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</a:t>
            </a:r>
            <a:r>
              <a:rPr lang="en-GB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Chatbot</a:t>
            </a:r>
            <a:r>
              <a:rPr lang="en-GB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Enhanced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Chatbot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handle more complex queries. 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00EA02E6-DDCE-0B9C-54FC-4D6AC56D669B}"/>
              </a:ext>
            </a:extLst>
          </p:cNvPr>
          <p:cNvSpPr txBox="1">
            <a:spLocks/>
          </p:cNvSpPr>
          <p:nvPr/>
        </p:nvSpPr>
        <p:spPr>
          <a:xfrm>
            <a:off x="6294310" y="1835650"/>
            <a:ext cx="5807494" cy="48357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GB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Real time video based plant recognition</a:t>
            </a:r>
          </a:p>
          <a:p>
            <a:pPr>
              <a:lnSpc>
                <a:spcPct val="150000"/>
              </a:lnSpc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Voice Based Symptom Input and Conversation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060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extBox 2">
            <a:extLst>
              <a:ext uri="{FF2B5EF4-FFF2-40B4-BE49-F238E27FC236}">
                <a16:creationId xmlns:a16="http://schemas.microsoft.com/office/drawing/2014/main" id="{3510E40D-A03E-BDD0-9406-8D3E4BA935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27879398"/>
              </p:ext>
            </p:extLst>
          </p:nvPr>
        </p:nvGraphicFramePr>
        <p:xfrm>
          <a:off x="1562531" y="770276"/>
          <a:ext cx="9078627" cy="5178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625</Words>
  <Application>Microsoft Office PowerPoint</Application>
  <PresentationFormat>Widescreen</PresentationFormat>
  <Paragraphs>92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Times New Roman</vt:lpstr>
      <vt:lpstr>Office Theme</vt:lpstr>
      <vt:lpstr>Ayurvedic Intelligence: Revolutionizing Ayurveda with AI</vt:lpstr>
      <vt:lpstr>INTRODUCTION</vt:lpstr>
      <vt:lpstr>PROBLEM STATEMENT</vt:lpstr>
      <vt:lpstr>PROJECT OBJECTIVES</vt:lpstr>
      <vt:lpstr>PROJECT SCOPE</vt:lpstr>
      <vt:lpstr>RELATED WORKS</vt:lpstr>
      <vt:lpstr>AI-Well</vt:lpstr>
      <vt:lpstr>Patanjali</vt:lpstr>
      <vt:lpstr>Ayucare</vt:lpstr>
      <vt:lpstr>PowerPoint Presentation</vt:lpstr>
      <vt:lpstr>METHODOLOGY</vt:lpstr>
      <vt:lpstr>TECHNOLOGY STACK</vt:lpstr>
      <vt:lpstr>BLEU Score</vt:lpstr>
      <vt:lpstr>Training Loss and Accuracy over Epochs</vt:lpstr>
      <vt:lpstr>More Model Evaluation</vt:lpstr>
      <vt:lpstr>Confusion Matrix</vt:lpstr>
      <vt:lpstr>CHALLENGES &amp; Solutions</vt:lpstr>
      <vt:lpstr>Completed &amp; Future Enhancement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Ayurvedic Intelligence: Revolutionizing Ayurveda with AI</dc:title>
  <dc:creator>aman poudel</dc:creator>
  <cp:lastModifiedBy>Kiran Pokharel</cp:lastModifiedBy>
  <cp:revision>145</cp:revision>
  <dcterms:created xsi:type="dcterms:W3CDTF">2025-01-25T10:52:49Z</dcterms:created>
  <dcterms:modified xsi:type="dcterms:W3CDTF">2025-07-01T11:52:38Z</dcterms:modified>
</cp:coreProperties>
</file>